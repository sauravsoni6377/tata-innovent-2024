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</p:sldMasterIdLst>
  <p:notesMasterIdLst>
    <p:notesMasterId r:id="rId25"/>
  </p:notesMasterIdLst>
  <p:handoutMasterIdLst>
    <p:handoutMasterId r:id="rId26"/>
  </p:handoutMasterIdLst>
  <p:sldIdLst>
    <p:sldId id="9258" r:id="rId6"/>
    <p:sldId id="9259" r:id="rId7"/>
    <p:sldId id="9248" r:id="rId8"/>
    <p:sldId id="9249" r:id="rId9"/>
    <p:sldId id="9250" r:id="rId10"/>
    <p:sldId id="9265" r:id="rId11"/>
    <p:sldId id="9251" r:id="rId12"/>
    <p:sldId id="9260" r:id="rId13"/>
    <p:sldId id="9261" r:id="rId14"/>
    <p:sldId id="9266" r:id="rId15"/>
    <p:sldId id="9262" r:id="rId16"/>
    <p:sldId id="9267" r:id="rId17"/>
    <p:sldId id="9263" r:id="rId18"/>
    <p:sldId id="9252" r:id="rId19"/>
    <p:sldId id="9254" r:id="rId20"/>
    <p:sldId id="9255" r:id="rId21"/>
    <p:sldId id="9268" r:id="rId22"/>
    <p:sldId id="9256" r:id="rId23"/>
    <p:sldId id="273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16" userDrawn="1">
          <p15:clr>
            <a:srgbClr val="A4A3A4"/>
          </p15:clr>
        </p15:guide>
        <p15:guide id="2" pos="211" userDrawn="1">
          <p15:clr>
            <a:srgbClr val="A4A3A4"/>
          </p15:clr>
        </p15:guide>
        <p15:guide id="3" pos="3840" userDrawn="1">
          <p15:clr>
            <a:srgbClr val="A4A3A4"/>
          </p15:clr>
        </p15:guide>
        <p15:guide id="4" orient="horz" pos="1320" userDrawn="1">
          <p15:clr>
            <a:srgbClr val="A4A3A4"/>
          </p15:clr>
        </p15:guide>
        <p15:guide id="5" pos="744" userDrawn="1">
          <p15:clr>
            <a:srgbClr val="A4A3A4"/>
          </p15:clr>
        </p15:guide>
        <p15:guide id="6" pos="7416" userDrawn="1">
          <p15:clr>
            <a:srgbClr val="A4A3A4"/>
          </p15:clr>
        </p15:guide>
        <p15:guide id="8" orient="horz" pos="2856" userDrawn="1">
          <p15:clr>
            <a:srgbClr val="A4A3A4"/>
          </p15:clr>
        </p15:guide>
        <p15:guide id="9" pos="79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atel, Nishant" initials="PN" lastIdx="1" clrIdx="0">
    <p:extLst>
      <p:ext uri="{19B8F6BF-5375-455C-9EA6-DF929625EA0E}">
        <p15:presenceInfo xmlns:p15="http://schemas.microsoft.com/office/powerpoint/2012/main" userId="S-1-5-21-2401402242-466053269-2680322098-123700" providerId="AD"/>
      </p:ext>
    </p:extLst>
  </p:cmAuthor>
  <p:cmAuthor id="2" name="Jacob, Benitta" initials="JB" lastIdx="13" clrIdx="1">
    <p:extLst>
      <p:ext uri="{19B8F6BF-5375-455C-9EA6-DF929625EA0E}">
        <p15:presenceInfo xmlns:p15="http://schemas.microsoft.com/office/powerpoint/2012/main" userId="S::bjj919620@tatatechnologies.com::329e9061-b3e0-45e3-aad9-c232ee582d20" providerId="AD"/>
      </p:ext>
    </p:extLst>
  </p:cmAuthor>
  <p:cmAuthor id="3" name="Fernandes, Savio" initials="FS" lastIdx="1" clrIdx="2">
    <p:extLst>
      <p:ext uri="{19B8F6BF-5375-455C-9EA6-DF929625EA0E}">
        <p15:presenceInfo xmlns:p15="http://schemas.microsoft.com/office/powerpoint/2012/main" userId="S::sff918843@tatatechnologies.com::9769ff65-9b64-4a44-8b99-5957790641a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DDDD"/>
    <a:srgbClr val="350FA2"/>
    <a:srgbClr val="001B5B"/>
    <a:srgbClr val="005560"/>
    <a:srgbClr val="FFFFFF"/>
    <a:srgbClr val="8468F6"/>
    <a:srgbClr val="002B37"/>
    <a:srgbClr val="5CF36E"/>
    <a:srgbClr val="002A36"/>
    <a:srgbClr val="40E1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654FDBE-C955-4874-AB03-C3286FB0F490}" v="192" dt="2024-09-20T09:44:16.863"/>
  </p1510:revLst>
</p1510:revInfo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408" y="54"/>
      </p:cViewPr>
      <p:guideLst>
        <p:guide orient="horz" pos="1416"/>
        <p:guide pos="211"/>
        <p:guide pos="3840"/>
        <p:guide orient="horz" pos="1320"/>
        <p:guide pos="744"/>
        <p:guide pos="7416"/>
        <p:guide orient="horz" pos="2856"/>
        <p:guide pos="79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microsoft.com/office/2015/10/relationships/revisionInfo" Target="revisionInfo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tableStyles" Target="tableStyles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C193363-6FCC-722C-0A2B-64491A89AFF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F69BC5-0813-5DDF-264E-9B247818B3D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E1E399-66AE-584B-A751-EB6AD165607B}" type="datetimeFigureOut">
              <a:rPr lang="en-US" smtClean="0"/>
              <a:t>9/20/2024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588079-15B7-CA0B-042A-E6EE50F520C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7A8237-78A9-BDF9-69A5-D417B7DD973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04BB62-9152-D14F-AC55-BE1A67BE68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2018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A049A5-8BAA-194A-B048-3B2766085FE9}" type="datetimeFigureOut">
              <a:rPr lang="en-US" smtClean="0"/>
              <a:t>9/20/2024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460511-9993-074B-8207-35CD91B8E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5674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460511-9993-074B-8207-35CD91B8E31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1991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460511-9993-074B-8207-35CD91B8E31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7272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460511-9993-074B-8207-35CD91B8E31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012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460511-9993-074B-8207-35CD91B8E31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0416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460511-9993-074B-8207-35CD91B8E31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4299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460511-9993-074B-8207-35CD91B8E31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179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7.png"/><Relationship Id="rId7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10" Type="http://schemas.openxmlformats.org/officeDocument/2006/relationships/image" Target="../media/image16.svg"/><Relationship Id="rId4" Type="http://schemas.openxmlformats.org/officeDocument/2006/relationships/image" Target="../media/image8.png"/><Relationship Id="rId9" Type="http://schemas.openxmlformats.org/officeDocument/2006/relationships/image" Target="../media/image15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2.png"/><Relationship Id="rId7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7.png"/><Relationship Id="rId7" Type="http://schemas.openxmlformats.org/officeDocument/2006/relationships/image" Target="../media/image19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hyperlink" Target="http://tatatechnologies.com/" TargetMode="External"/><Relationship Id="rId18" Type="http://schemas.openxmlformats.org/officeDocument/2006/relationships/hyperlink" Target="https://www.facebook.com/TataTechnologies/" TargetMode="External"/><Relationship Id="rId3" Type="http://schemas.openxmlformats.org/officeDocument/2006/relationships/image" Target="../media/image22.svg"/><Relationship Id="rId21" Type="http://schemas.openxmlformats.org/officeDocument/2006/relationships/image" Target="../media/image10.svg"/><Relationship Id="rId7" Type="http://schemas.openxmlformats.org/officeDocument/2006/relationships/image" Target="../media/image26.svg"/><Relationship Id="rId12" Type="http://schemas.openxmlformats.org/officeDocument/2006/relationships/image" Target="../media/image7.png"/><Relationship Id="rId17" Type="http://schemas.openxmlformats.org/officeDocument/2006/relationships/hyperlink" Target="https://www.youtube.com/user/tatatechnologies" TargetMode="External"/><Relationship Id="rId2" Type="http://schemas.openxmlformats.org/officeDocument/2006/relationships/image" Target="../media/image21.png"/><Relationship Id="rId16" Type="http://schemas.openxmlformats.org/officeDocument/2006/relationships/hyperlink" Target="https://twitter.com/tatatech_news?s=11&amp;t=fgv6pWVIZCV4O0Z1gAQ2kQ" TargetMode="External"/><Relationship Id="rId20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5.png"/><Relationship Id="rId11" Type="http://schemas.openxmlformats.org/officeDocument/2006/relationships/image" Target="../media/image6.png"/><Relationship Id="rId5" Type="http://schemas.openxmlformats.org/officeDocument/2006/relationships/image" Target="../media/image24.svg"/><Relationship Id="rId15" Type="http://schemas.openxmlformats.org/officeDocument/2006/relationships/hyperlink" Target="https://www.instagram.com/tatatechnologies/" TargetMode="External"/><Relationship Id="rId23" Type="http://schemas.openxmlformats.org/officeDocument/2006/relationships/image" Target="../media/image31.svg"/><Relationship Id="rId10" Type="http://schemas.openxmlformats.org/officeDocument/2006/relationships/image" Target="../media/image29.svg"/><Relationship Id="rId19" Type="http://schemas.openxmlformats.org/officeDocument/2006/relationships/image" Target="../media/image8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Relationship Id="rId14" Type="http://schemas.openxmlformats.org/officeDocument/2006/relationships/hyperlink" Target="https://www.linkedin.com/company/tata-technologies" TargetMode="External"/><Relationship Id="rId22" Type="http://schemas.openxmlformats.org/officeDocument/2006/relationships/image" Target="../media/image30.png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hyperlink" Target="http://tatatechnologies.com/" TargetMode="External"/><Relationship Id="rId18" Type="http://schemas.openxmlformats.org/officeDocument/2006/relationships/hyperlink" Target="https://www.facebook.com/TataTechnologies/" TargetMode="External"/><Relationship Id="rId3" Type="http://schemas.openxmlformats.org/officeDocument/2006/relationships/image" Target="../media/image22.svg"/><Relationship Id="rId21" Type="http://schemas.openxmlformats.org/officeDocument/2006/relationships/image" Target="../media/image10.svg"/><Relationship Id="rId7" Type="http://schemas.openxmlformats.org/officeDocument/2006/relationships/image" Target="../media/image26.svg"/><Relationship Id="rId12" Type="http://schemas.openxmlformats.org/officeDocument/2006/relationships/image" Target="../media/image7.png"/><Relationship Id="rId17" Type="http://schemas.openxmlformats.org/officeDocument/2006/relationships/hyperlink" Target="https://www.youtube.com/user/tatatechnologies" TargetMode="External"/><Relationship Id="rId2" Type="http://schemas.openxmlformats.org/officeDocument/2006/relationships/image" Target="../media/image21.png"/><Relationship Id="rId16" Type="http://schemas.openxmlformats.org/officeDocument/2006/relationships/hyperlink" Target="https://twitter.com/tatatech_news?s=11&amp;t=fgv6pWVIZCV4O0Z1gAQ2kQ" TargetMode="External"/><Relationship Id="rId20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5.png"/><Relationship Id="rId11" Type="http://schemas.openxmlformats.org/officeDocument/2006/relationships/image" Target="../media/image6.png"/><Relationship Id="rId5" Type="http://schemas.openxmlformats.org/officeDocument/2006/relationships/image" Target="../media/image24.svg"/><Relationship Id="rId15" Type="http://schemas.openxmlformats.org/officeDocument/2006/relationships/hyperlink" Target="https://www.instagram.com/tatatechnologies/" TargetMode="External"/><Relationship Id="rId23" Type="http://schemas.openxmlformats.org/officeDocument/2006/relationships/image" Target="../media/image31.svg"/><Relationship Id="rId10" Type="http://schemas.openxmlformats.org/officeDocument/2006/relationships/image" Target="../media/image29.svg"/><Relationship Id="rId19" Type="http://schemas.openxmlformats.org/officeDocument/2006/relationships/image" Target="../media/image8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Relationship Id="rId14" Type="http://schemas.openxmlformats.org/officeDocument/2006/relationships/hyperlink" Target="https://www.linkedin.com/company/tata-technologies" TargetMode="External"/><Relationship Id="rId22" Type="http://schemas.openxmlformats.org/officeDocument/2006/relationships/image" Target="../media/image30.png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emf"/><Relationship Id="rId3" Type="http://schemas.openxmlformats.org/officeDocument/2006/relationships/image" Target="../media/image2.png"/><Relationship Id="rId7" Type="http://schemas.openxmlformats.org/officeDocument/2006/relationships/image" Target="../media/image32.emf"/><Relationship Id="rId12" Type="http://schemas.openxmlformats.org/officeDocument/2006/relationships/image" Target="../media/image37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36.emf"/><Relationship Id="rId5" Type="http://schemas.openxmlformats.org/officeDocument/2006/relationships/image" Target="../media/image4.svg"/><Relationship Id="rId10" Type="http://schemas.openxmlformats.org/officeDocument/2006/relationships/image" Target="../media/image35.emf"/><Relationship Id="rId4" Type="http://schemas.openxmlformats.org/officeDocument/2006/relationships/image" Target="../media/image3.png"/><Relationship Id="rId9" Type="http://schemas.openxmlformats.org/officeDocument/2006/relationships/image" Target="../media/image34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16.svg"/><Relationship Id="rId7" Type="http://schemas.openxmlformats.org/officeDocument/2006/relationships/image" Target="../media/image9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4.svg"/><Relationship Id="rId4" Type="http://schemas.openxmlformats.org/officeDocument/2006/relationships/image" Target="../media/image6.png"/><Relationship Id="rId9" Type="http://schemas.openxmlformats.org/officeDocument/2006/relationships/image" Target="../media/image13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2.png"/><Relationship Id="rId7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7.png"/><Relationship Id="rId7" Type="http://schemas.openxmlformats.org/officeDocument/2006/relationships/image" Target="../media/image19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hyperlink" Target="http://tatatechnologies.com/" TargetMode="External"/><Relationship Id="rId18" Type="http://schemas.openxmlformats.org/officeDocument/2006/relationships/hyperlink" Target="https://www.facebook.com/TataTechnologies/" TargetMode="External"/><Relationship Id="rId3" Type="http://schemas.openxmlformats.org/officeDocument/2006/relationships/image" Target="../media/image22.svg"/><Relationship Id="rId21" Type="http://schemas.openxmlformats.org/officeDocument/2006/relationships/image" Target="../media/image10.svg"/><Relationship Id="rId7" Type="http://schemas.openxmlformats.org/officeDocument/2006/relationships/image" Target="../media/image26.svg"/><Relationship Id="rId12" Type="http://schemas.openxmlformats.org/officeDocument/2006/relationships/image" Target="../media/image7.png"/><Relationship Id="rId17" Type="http://schemas.openxmlformats.org/officeDocument/2006/relationships/hyperlink" Target="https://www.youtube.com/user/tatatechnologies" TargetMode="External"/><Relationship Id="rId2" Type="http://schemas.openxmlformats.org/officeDocument/2006/relationships/image" Target="../media/image21.png"/><Relationship Id="rId16" Type="http://schemas.openxmlformats.org/officeDocument/2006/relationships/hyperlink" Target="https://twitter.com/tatatech_news?s=11&amp;t=fgv6pWVIZCV4O0Z1gAQ2kQ" TargetMode="External"/><Relationship Id="rId20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5.png"/><Relationship Id="rId11" Type="http://schemas.openxmlformats.org/officeDocument/2006/relationships/image" Target="../media/image6.png"/><Relationship Id="rId5" Type="http://schemas.openxmlformats.org/officeDocument/2006/relationships/image" Target="../media/image24.svg"/><Relationship Id="rId15" Type="http://schemas.openxmlformats.org/officeDocument/2006/relationships/hyperlink" Target="https://www.instagram.com/tatatechnologies/" TargetMode="External"/><Relationship Id="rId23" Type="http://schemas.openxmlformats.org/officeDocument/2006/relationships/image" Target="../media/image31.svg"/><Relationship Id="rId10" Type="http://schemas.openxmlformats.org/officeDocument/2006/relationships/image" Target="../media/image29.svg"/><Relationship Id="rId19" Type="http://schemas.openxmlformats.org/officeDocument/2006/relationships/image" Target="../media/image8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Relationship Id="rId14" Type="http://schemas.openxmlformats.org/officeDocument/2006/relationships/hyperlink" Target="https://www.linkedin.com/company/tata-technologies" TargetMode="External"/><Relationship Id="rId22" Type="http://schemas.openxmlformats.org/officeDocument/2006/relationships/image" Target="../media/image30.png"/></Relationships>
</file>

<file path=ppt/slideLayouts/_rels/slideLayout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hyperlink" Target="https://www.tatatechnologies.com/in" TargetMode="External"/><Relationship Id="rId18" Type="http://schemas.openxmlformats.org/officeDocument/2006/relationships/hyperlink" Target="https://www.facebook.com/TataTechnologies/" TargetMode="External"/><Relationship Id="rId3" Type="http://schemas.openxmlformats.org/officeDocument/2006/relationships/image" Target="../media/image22.svg"/><Relationship Id="rId21" Type="http://schemas.openxmlformats.org/officeDocument/2006/relationships/image" Target="../media/image10.svg"/><Relationship Id="rId7" Type="http://schemas.openxmlformats.org/officeDocument/2006/relationships/image" Target="../media/image26.svg"/><Relationship Id="rId12" Type="http://schemas.openxmlformats.org/officeDocument/2006/relationships/image" Target="../media/image7.png"/><Relationship Id="rId17" Type="http://schemas.openxmlformats.org/officeDocument/2006/relationships/hyperlink" Target="https://www.youtube.com/user/tatatechnologies" TargetMode="External"/><Relationship Id="rId2" Type="http://schemas.openxmlformats.org/officeDocument/2006/relationships/image" Target="../media/image21.png"/><Relationship Id="rId16" Type="http://schemas.openxmlformats.org/officeDocument/2006/relationships/hyperlink" Target="https://twitter.com/tatatech_news?s=11&amp;t=fgv6pWVIZCV4O0Z1gAQ2kQ" TargetMode="External"/><Relationship Id="rId20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5.png"/><Relationship Id="rId11" Type="http://schemas.openxmlformats.org/officeDocument/2006/relationships/image" Target="../media/image6.png"/><Relationship Id="rId5" Type="http://schemas.openxmlformats.org/officeDocument/2006/relationships/image" Target="../media/image24.svg"/><Relationship Id="rId15" Type="http://schemas.openxmlformats.org/officeDocument/2006/relationships/hyperlink" Target="https://www.instagram.com/tatatechnologies/" TargetMode="External"/><Relationship Id="rId23" Type="http://schemas.openxmlformats.org/officeDocument/2006/relationships/image" Target="../media/image31.svg"/><Relationship Id="rId10" Type="http://schemas.openxmlformats.org/officeDocument/2006/relationships/image" Target="../media/image29.svg"/><Relationship Id="rId19" Type="http://schemas.openxmlformats.org/officeDocument/2006/relationships/image" Target="../media/image8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Relationship Id="rId14" Type="http://schemas.openxmlformats.org/officeDocument/2006/relationships/hyperlink" Target="https://www.linkedin.com/company/tata-technologies" TargetMode="External"/><Relationship Id="rId22" Type="http://schemas.openxmlformats.org/officeDocument/2006/relationships/image" Target="../media/image30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661BEA34-6380-0E3E-8E99-74ED24343D80}"/>
              </a:ext>
            </a:extLst>
          </p:cNvPr>
          <p:cNvGrpSpPr/>
          <p:nvPr userDrawn="1"/>
        </p:nvGrpSpPr>
        <p:grpSpPr>
          <a:xfrm>
            <a:off x="333375" y="333374"/>
            <a:ext cx="1776779" cy="130175"/>
            <a:chOff x="264578" y="264386"/>
            <a:chExt cx="1493508" cy="106542"/>
          </a:xfrm>
        </p:grpSpPr>
        <p:sp>
          <p:nvSpPr>
            <p:cNvPr id="18" name="object 9">
              <a:extLst>
                <a:ext uri="{FF2B5EF4-FFF2-40B4-BE49-F238E27FC236}">
                  <a16:creationId xmlns:a16="http://schemas.microsoft.com/office/drawing/2014/main" id="{4D76207C-F4D8-B3AC-A9B7-2553275C79CB}"/>
                </a:ext>
              </a:extLst>
            </p:cNvPr>
            <p:cNvSpPr/>
            <p:nvPr/>
          </p:nvSpPr>
          <p:spPr>
            <a:xfrm>
              <a:off x="264578" y="2662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37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31" y="59690"/>
                  </a:lnTo>
                  <a:lnTo>
                    <a:pt x="58331" y="203200"/>
                  </a:lnTo>
                  <a:lnTo>
                    <a:pt x="140335" y="203200"/>
                  </a:lnTo>
                  <a:lnTo>
                    <a:pt x="140335" y="59690"/>
                  </a:lnTo>
                  <a:lnTo>
                    <a:pt x="196837" y="59690"/>
                  </a:lnTo>
                  <a:lnTo>
                    <a:pt x="196837" y="0"/>
                  </a:lnTo>
                  <a:close/>
                </a:path>
                <a:path w="817880" h="203834">
                  <a:moveTo>
                    <a:pt x="418274" y="203225"/>
                  </a:moveTo>
                  <a:lnTo>
                    <a:pt x="338988" y="0"/>
                  </a:lnTo>
                  <a:lnTo>
                    <a:pt x="253326" y="0"/>
                  </a:lnTo>
                  <a:lnTo>
                    <a:pt x="175882" y="203225"/>
                  </a:lnTo>
                  <a:lnTo>
                    <a:pt x="254241" y="203225"/>
                  </a:lnTo>
                  <a:lnTo>
                    <a:pt x="296164" y="82016"/>
                  </a:lnTo>
                  <a:lnTo>
                    <a:pt x="338074" y="203225"/>
                  </a:lnTo>
                  <a:lnTo>
                    <a:pt x="418274" y="203225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54" y="59690"/>
                  </a:lnTo>
                  <a:lnTo>
                    <a:pt x="457454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25"/>
                  </a:moveTo>
                  <a:lnTo>
                    <a:pt x="738136" y="0"/>
                  </a:lnTo>
                  <a:lnTo>
                    <a:pt x="652462" y="0"/>
                  </a:lnTo>
                  <a:lnTo>
                    <a:pt x="575005" y="203225"/>
                  </a:lnTo>
                  <a:lnTo>
                    <a:pt x="654291" y="203225"/>
                  </a:lnTo>
                  <a:lnTo>
                    <a:pt x="695299" y="82016"/>
                  </a:lnTo>
                  <a:lnTo>
                    <a:pt x="737196" y="203225"/>
                  </a:lnTo>
                  <a:lnTo>
                    <a:pt x="817397" y="203225"/>
                  </a:lnTo>
                  <a:close/>
                </a:path>
              </a:pathLst>
            </a:custGeom>
            <a:solidFill>
              <a:srgbClr val="1268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0">
              <a:extLst>
                <a:ext uri="{FF2B5EF4-FFF2-40B4-BE49-F238E27FC236}">
                  <a16:creationId xmlns:a16="http://schemas.microsoft.com/office/drawing/2014/main" id="{F41F7ABA-A9EC-0FCE-4387-D92B0722268F}"/>
                </a:ext>
              </a:extLst>
            </p:cNvPr>
            <p:cNvSpPr/>
            <p:nvPr/>
          </p:nvSpPr>
          <p:spPr>
            <a:xfrm>
              <a:off x="729249" y="264386"/>
              <a:ext cx="1028837" cy="106542"/>
            </a:xfrm>
            <a:custGeom>
              <a:avLst/>
              <a:gdLst/>
              <a:ahLst/>
              <a:cxnLst/>
              <a:rect l="l" t="t" r="r" b="b"/>
              <a:pathLst>
                <a:path w="2035810" h="210820">
                  <a:moveTo>
                    <a:pt x="1345016" y="0"/>
                  </a:moveTo>
                  <a:lnTo>
                    <a:pt x="1306228" y="8334"/>
                  </a:lnTo>
                  <a:lnTo>
                    <a:pt x="1275982" y="30420"/>
                  </a:lnTo>
                  <a:lnTo>
                    <a:pt x="1256329" y="63952"/>
                  </a:lnTo>
                  <a:lnTo>
                    <a:pt x="1249323" y="106625"/>
                  </a:lnTo>
                  <a:lnTo>
                    <a:pt x="1255918" y="148224"/>
                  </a:lnTo>
                  <a:lnTo>
                    <a:pt x="1274733" y="181110"/>
                  </a:lnTo>
                  <a:lnTo>
                    <a:pt x="1304311" y="202722"/>
                  </a:lnTo>
                  <a:lnTo>
                    <a:pt x="1343194" y="210496"/>
                  </a:lnTo>
                  <a:lnTo>
                    <a:pt x="1345016" y="210496"/>
                  </a:lnTo>
                  <a:lnTo>
                    <a:pt x="1345016" y="180423"/>
                  </a:lnTo>
                  <a:lnTo>
                    <a:pt x="1321195" y="174514"/>
                  </a:lnTo>
                  <a:lnTo>
                    <a:pt x="1303439" y="158440"/>
                  </a:lnTo>
                  <a:lnTo>
                    <a:pt x="1292346" y="134677"/>
                  </a:lnTo>
                  <a:lnTo>
                    <a:pt x="1288637" y="106625"/>
                  </a:lnTo>
                  <a:lnTo>
                    <a:pt x="1288629" y="104792"/>
                  </a:lnTo>
                  <a:lnTo>
                    <a:pt x="1292091" y="76971"/>
                  </a:lnTo>
                  <a:lnTo>
                    <a:pt x="1302760" y="52853"/>
                  </a:lnTo>
                  <a:lnTo>
                    <a:pt x="1320431" y="36251"/>
                  </a:lnTo>
                  <a:lnTo>
                    <a:pt x="1345016" y="30072"/>
                  </a:lnTo>
                  <a:lnTo>
                    <a:pt x="1345016" y="0"/>
                  </a:lnTo>
                  <a:close/>
                </a:path>
                <a:path w="2035810" h="210820">
                  <a:moveTo>
                    <a:pt x="1346817" y="0"/>
                  </a:moveTo>
                  <a:lnTo>
                    <a:pt x="1345016" y="0"/>
                  </a:lnTo>
                  <a:lnTo>
                    <a:pt x="1345016" y="30072"/>
                  </a:lnTo>
                  <a:lnTo>
                    <a:pt x="1369601" y="36365"/>
                  </a:lnTo>
                  <a:lnTo>
                    <a:pt x="1387273" y="53080"/>
                  </a:lnTo>
                  <a:lnTo>
                    <a:pt x="1397941" y="76971"/>
                  </a:lnTo>
                  <a:lnTo>
                    <a:pt x="1401283" y="102970"/>
                  </a:lnTo>
                  <a:lnTo>
                    <a:pt x="1401404" y="105703"/>
                  </a:lnTo>
                  <a:lnTo>
                    <a:pt x="1397814" y="134681"/>
                  </a:lnTo>
                  <a:lnTo>
                    <a:pt x="1386935" y="158671"/>
                  </a:lnTo>
                  <a:lnTo>
                    <a:pt x="1369221" y="174630"/>
                  </a:lnTo>
                  <a:lnTo>
                    <a:pt x="1345016" y="180423"/>
                  </a:lnTo>
                  <a:lnTo>
                    <a:pt x="1345016" y="210496"/>
                  </a:lnTo>
                  <a:lnTo>
                    <a:pt x="1383558" y="202921"/>
                  </a:lnTo>
                  <a:lnTo>
                    <a:pt x="1414161" y="182020"/>
                  </a:lnTo>
                  <a:lnTo>
                    <a:pt x="1434342" y="148475"/>
                  </a:lnTo>
                  <a:lnTo>
                    <a:pt x="1441621" y="102970"/>
                  </a:lnTo>
                  <a:lnTo>
                    <a:pt x="1435140" y="62280"/>
                  </a:lnTo>
                  <a:lnTo>
                    <a:pt x="1416439" y="29618"/>
                  </a:lnTo>
                  <a:lnTo>
                    <a:pt x="1386628" y="7888"/>
                  </a:lnTo>
                  <a:lnTo>
                    <a:pt x="1346817" y="0"/>
                  </a:lnTo>
                  <a:close/>
                </a:path>
                <a:path w="2035810" h="210820">
                  <a:moveTo>
                    <a:pt x="1581030" y="921"/>
                  </a:moveTo>
                  <a:lnTo>
                    <a:pt x="1535065" y="8480"/>
                  </a:lnTo>
                  <a:lnTo>
                    <a:pt x="1499699" y="29962"/>
                  </a:lnTo>
                  <a:lnTo>
                    <a:pt x="1476978" y="63577"/>
                  </a:lnTo>
                  <a:lnTo>
                    <a:pt x="1468950" y="107535"/>
                  </a:lnTo>
                  <a:lnTo>
                    <a:pt x="1470395" y="129457"/>
                  </a:lnTo>
                  <a:lnTo>
                    <a:pt x="1484568" y="167493"/>
                  </a:lnTo>
                  <a:lnTo>
                    <a:pt x="1512009" y="194199"/>
                  </a:lnTo>
                  <a:lnTo>
                    <a:pt x="1552023" y="207875"/>
                  </a:lnTo>
                  <a:lnTo>
                    <a:pt x="1576475" y="209585"/>
                  </a:lnTo>
                  <a:lnTo>
                    <a:pt x="1595956" y="208373"/>
                  </a:lnTo>
                  <a:lnTo>
                    <a:pt x="1614063" y="205368"/>
                  </a:lnTo>
                  <a:lnTo>
                    <a:pt x="1629778" y="201510"/>
                  </a:lnTo>
                  <a:lnTo>
                    <a:pt x="1642086" y="197742"/>
                  </a:lnTo>
                  <a:lnTo>
                    <a:pt x="1642086" y="178612"/>
                  </a:lnTo>
                  <a:lnTo>
                    <a:pt x="1577376" y="178612"/>
                  </a:lnTo>
                  <a:lnTo>
                    <a:pt x="1548595" y="173612"/>
                  </a:lnTo>
                  <a:lnTo>
                    <a:pt x="1526134" y="159128"/>
                  </a:lnTo>
                  <a:lnTo>
                    <a:pt x="1511530" y="135931"/>
                  </a:lnTo>
                  <a:lnTo>
                    <a:pt x="1506320" y="104792"/>
                  </a:lnTo>
                  <a:lnTo>
                    <a:pt x="1511842" y="73797"/>
                  </a:lnTo>
                  <a:lnTo>
                    <a:pt x="1527270" y="50917"/>
                  </a:lnTo>
                  <a:lnTo>
                    <a:pt x="1550901" y="36749"/>
                  </a:lnTo>
                  <a:lnTo>
                    <a:pt x="1581030" y="31894"/>
                  </a:lnTo>
                  <a:lnTo>
                    <a:pt x="1629976" y="31894"/>
                  </a:lnTo>
                  <a:lnTo>
                    <a:pt x="1635698" y="10931"/>
                  </a:lnTo>
                  <a:lnTo>
                    <a:pt x="1626517" y="7445"/>
                  </a:lnTo>
                  <a:lnTo>
                    <a:pt x="1614175" y="4218"/>
                  </a:lnTo>
                  <a:lnTo>
                    <a:pt x="1598928" y="1845"/>
                  </a:lnTo>
                  <a:lnTo>
                    <a:pt x="1581030" y="921"/>
                  </a:lnTo>
                  <a:close/>
                </a:path>
                <a:path w="2035810" h="210820">
                  <a:moveTo>
                    <a:pt x="1642086" y="94771"/>
                  </a:moveTo>
                  <a:lnTo>
                    <a:pt x="1570098" y="94771"/>
                  </a:lnTo>
                  <a:lnTo>
                    <a:pt x="1570098" y="123922"/>
                  </a:lnTo>
                  <a:lnTo>
                    <a:pt x="1605636" y="123922"/>
                  </a:lnTo>
                  <a:lnTo>
                    <a:pt x="1605636" y="174958"/>
                  </a:lnTo>
                  <a:lnTo>
                    <a:pt x="1601216" y="176302"/>
                  </a:lnTo>
                  <a:lnTo>
                    <a:pt x="1594918" y="177472"/>
                  </a:lnTo>
                  <a:lnTo>
                    <a:pt x="1586914" y="178299"/>
                  </a:lnTo>
                  <a:lnTo>
                    <a:pt x="1577376" y="178612"/>
                  </a:lnTo>
                  <a:lnTo>
                    <a:pt x="1642086" y="178612"/>
                  </a:lnTo>
                  <a:lnTo>
                    <a:pt x="1642086" y="94771"/>
                  </a:lnTo>
                  <a:close/>
                </a:path>
                <a:path w="2035810" h="210820">
                  <a:moveTo>
                    <a:pt x="1629976" y="31894"/>
                  </a:moveTo>
                  <a:lnTo>
                    <a:pt x="1581030" y="31894"/>
                  </a:lnTo>
                  <a:lnTo>
                    <a:pt x="1595462" y="32550"/>
                  </a:lnTo>
                  <a:lnTo>
                    <a:pt x="1607672" y="34403"/>
                  </a:lnTo>
                  <a:lnTo>
                    <a:pt x="1618176" y="37279"/>
                  </a:lnTo>
                  <a:lnTo>
                    <a:pt x="1627489" y="41003"/>
                  </a:lnTo>
                  <a:lnTo>
                    <a:pt x="1629976" y="31894"/>
                  </a:lnTo>
                  <a:close/>
                </a:path>
                <a:path w="2035810" h="210820">
                  <a:moveTo>
                    <a:pt x="1716816" y="3643"/>
                  </a:moveTo>
                  <a:lnTo>
                    <a:pt x="1679435" y="3643"/>
                  </a:lnTo>
                  <a:lnTo>
                    <a:pt x="1679435" y="206862"/>
                  </a:lnTo>
                  <a:lnTo>
                    <a:pt x="1716816" y="206862"/>
                  </a:lnTo>
                  <a:lnTo>
                    <a:pt x="1716816" y="3643"/>
                  </a:lnTo>
                  <a:close/>
                </a:path>
                <a:path w="2035810" h="210820">
                  <a:moveTo>
                    <a:pt x="1871733" y="3633"/>
                  </a:moveTo>
                  <a:lnTo>
                    <a:pt x="1753255" y="3633"/>
                  </a:lnTo>
                  <a:lnTo>
                    <a:pt x="1753255" y="206862"/>
                  </a:lnTo>
                  <a:lnTo>
                    <a:pt x="1876267" y="206862"/>
                  </a:lnTo>
                  <a:lnTo>
                    <a:pt x="1876267" y="176790"/>
                  </a:lnTo>
                  <a:lnTo>
                    <a:pt x="1790615" y="176790"/>
                  </a:lnTo>
                  <a:lnTo>
                    <a:pt x="1790615" y="116635"/>
                  </a:lnTo>
                  <a:lnTo>
                    <a:pt x="1867157" y="116635"/>
                  </a:lnTo>
                  <a:lnTo>
                    <a:pt x="1867157" y="86573"/>
                  </a:lnTo>
                  <a:lnTo>
                    <a:pt x="1790615" y="86573"/>
                  </a:lnTo>
                  <a:lnTo>
                    <a:pt x="1790615" y="33716"/>
                  </a:lnTo>
                  <a:lnTo>
                    <a:pt x="1871733" y="33716"/>
                  </a:lnTo>
                  <a:lnTo>
                    <a:pt x="1871733" y="3633"/>
                  </a:lnTo>
                  <a:close/>
                </a:path>
                <a:path w="2035810" h="210820">
                  <a:moveTo>
                    <a:pt x="1911816" y="166759"/>
                  </a:moveTo>
                  <a:lnTo>
                    <a:pt x="1927197" y="206506"/>
                  </a:lnTo>
                  <a:lnTo>
                    <a:pt x="1958285" y="210496"/>
                  </a:lnTo>
                  <a:lnTo>
                    <a:pt x="1992682" y="205568"/>
                  </a:lnTo>
                  <a:lnTo>
                    <a:pt x="2016829" y="192266"/>
                  </a:lnTo>
                  <a:lnTo>
                    <a:pt x="2026166" y="179512"/>
                  </a:lnTo>
                  <a:lnTo>
                    <a:pt x="1961018" y="179512"/>
                  </a:lnTo>
                  <a:lnTo>
                    <a:pt x="1946930" y="178415"/>
                  </a:lnTo>
                  <a:lnTo>
                    <a:pt x="1933688" y="175523"/>
                  </a:lnTo>
                  <a:lnTo>
                    <a:pt x="1921811" y="171437"/>
                  </a:lnTo>
                  <a:lnTo>
                    <a:pt x="1911816" y="166759"/>
                  </a:lnTo>
                  <a:close/>
                </a:path>
                <a:path w="2035810" h="210820">
                  <a:moveTo>
                    <a:pt x="1978337" y="0"/>
                  </a:moveTo>
                  <a:lnTo>
                    <a:pt x="1948633" y="4498"/>
                  </a:lnTo>
                  <a:lnTo>
                    <a:pt x="1925938" y="16855"/>
                  </a:lnTo>
                  <a:lnTo>
                    <a:pt x="1911446" y="35365"/>
                  </a:lnTo>
                  <a:lnTo>
                    <a:pt x="1906350" y="58322"/>
                  </a:lnTo>
                  <a:lnTo>
                    <a:pt x="1910294" y="78209"/>
                  </a:lnTo>
                  <a:lnTo>
                    <a:pt x="1921500" y="94425"/>
                  </a:lnTo>
                  <a:lnTo>
                    <a:pt x="1939025" y="107395"/>
                  </a:lnTo>
                  <a:lnTo>
                    <a:pt x="1978390" y="124999"/>
                  </a:lnTo>
                  <a:lnTo>
                    <a:pt x="1989723" y="132700"/>
                  </a:lnTo>
                  <a:lnTo>
                    <a:pt x="1996272" y="141252"/>
                  </a:lnTo>
                  <a:lnTo>
                    <a:pt x="1998378" y="151262"/>
                  </a:lnTo>
                  <a:lnTo>
                    <a:pt x="1995880" y="162987"/>
                  </a:lnTo>
                  <a:lnTo>
                    <a:pt x="1988596" y="171886"/>
                  </a:lnTo>
                  <a:lnTo>
                    <a:pt x="1976863" y="177535"/>
                  </a:lnTo>
                  <a:lnTo>
                    <a:pt x="1961018" y="179512"/>
                  </a:lnTo>
                  <a:lnTo>
                    <a:pt x="2026166" y="179512"/>
                  </a:lnTo>
                  <a:lnTo>
                    <a:pt x="2031068" y="172815"/>
                  </a:lnTo>
                  <a:lnTo>
                    <a:pt x="2035739" y="149440"/>
                  </a:lnTo>
                  <a:lnTo>
                    <a:pt x="2032492" y="129135"/>
                  </a:lnTo>
                  <a:lnTo>
                    <a:pt x="2022755" y="112759"/>
                  </a:lnTo>
                  <a:lnTo>
                    <a:pt x="2006531" y="99460"/>
                  </a:lnTo>
                  <a:lnTo>
                    <a:pt x="1983824" y="88384"/>
                  </a:lnTo>
                  <a:lnTo>
                    <a:pt x="1966156" y="81198"/>
                  </a:lnTo>
                  <a:lnTo>
                    <a:pt x="1953962" y="73927"/>
                  </a:lnTo>
                  <a:lnTo>
                    <a:pt x="1946899" y="65458"/>
                  </a:lnTo>
                  <a:lnTo>
                    <a:pt x="1944621" y="54678"/>
                  </a:lnTo>
                  <a:lnTo>
                    <a:pt x="1946555" y="45976"/>
                  </a:lnTo>
                  <a:lnTo>
                    <a:pt x="1952589" y="38386"/>
                  </a:lnTo>
                  <a:lnTo>
                    <a:pt x="1963068" y="33018"/>
                  </a:lnTo>
                  <a:lnTo>
                    <a:pt x="1978337" y="30983"/>
                  </a:lnTo>
                  <a:lnTo>
                    <a:pt x="2021182" y="30983"/>
                  </a:lnTo>
                  <a:lnTo>
                    <a:pt x="2027540" y="10020"/>
                  </a:lnTo>
                  <a:lnTo>
                    <a:pt x="2018444" y="6149"/>
                  </a:lnTo>
                  <a:lnTo>
                    <a:pt x="2007383" y="2960"/>
                  </a:lnTo>
                  <a:lnTo>
                    <a:pt x="1994100" y="797"/>
                  </a:lnTo>
                  <a:lnTo>
                    <a:pt x="1978337" y="0"/>
                  </a:lnTo>
                  <a:close/>
                </a:path>
                <a:path w="2035810" h="210820">
                  <a:moveTo>
                    <a:pt x="2021182" y="30983"/>
                  </a:moveTo>
                  <a:lnTo>
                    <a:pt x="1978337" y="30983"/>
                  </a:lnTo>
                  <a:lnTo>
                    <a:pt x="1991641" y="31894"/>
                  </a:lnTo>
                  <a:lnTo>
                    <a:pt x="2002815" y="34171"/>
                  </a:lnTo>
                  <a:lnTo>
                    <a:pt x="2011771" y="37132"/>
                  </a:lnTo>
                  <a:lnTo>
                    <a:pt x="2018420" y="40093"/>
                  </a:lnTo>
                  <a:lnTo>
                    <a:pt x="2021182" y="30983"/>
                  </a:lnTo>
                  <a:close/>
                </a:path>
                <a:path w="2035810" h="210820">
                  <a:moveTo>
                    <a:pt x="997833" y="0"/>
                  </a:moveTo>
                  <a:lnTo>
                    <a:pt x="959042" y="8334"/>
                  </a:lnTo>
                  <a:lnTo>
                    <a:pt x="928800" y="30420"/>
                  </a:lnTo>
                  <a:lnTo>
                    <a:pt x="909154" y="63952"/>
                  </a:lnTo>
                  <a:lnTo>
                    <a:pt x="902150" y="106625"/>
                  </a:lnTo>
                  <a:lnTo>
                    <a:pt x="908742" y="148224"/>
                  </a:lnTo>
                  <a:lnTo>
                    <a:pt x="927551" y="181110"/>
                  </a:lnTo>
                  <a:lnTo>
                    <a:pt x="957125" y="202722"/>
                  </a:lnTo>
                  <a:lnTo>
                    <a:pt x="996011" y="210496"/>
                  </a:lnTo>
                  <a:lnTo>
                    <a:pt x="997833" y="210496"/>
                  </a:lnTo>
                  <a:lnTo>
                    <a:pt x="997833" y="180423"/>
                  </a:lnTo>
                  <a:lnTo>
                    <a:pt x="974006" y="174514"/>
                  </a:lnTo>
                  <a:lnTo>
                    <a:pt x="956247" y="158440"/>
                  </a:lnTo>
                  <a:lnTo>
                    <a:pt x="945152" y="134677"/>
                  </a:lnTo>
                  <a:lnTo>
                    <a:pt x="941443" y="106625"/>
                  </a:lnTo>
                  <a:lnTo>
                    <a:pt x="941435" y="104792"/>
                  </a:lnTo>
                  <a:lnTo>
                    <a:pt x="944896" y="76971"/>
                  </a:lnTo>
                  <a:lnTo>
                    <a:pt x="955563" y="52853"/>
                  </a:lnTo>
                  <a:lnTo>
                    <a:pt x="973237" y="36251"/>
                  </a:lnTo>
                  <a:lnTo>
                    <a:pt x="997833" y="30072"/>
                  </a:lnTo>
                  <a:lnTo>
                    <a:pt x="997833" y="0"/>
                  </a:lnTo>
                  <a:close/>
                </a:path>
                <a:path w="2035810" h="210820">
                  <a:moveTo>
                    <a:pt x="999644" y="0"/>
                  </a:moveTo>
                  <a:lnTo>
                    <a:pt x="997833" y="0"/>
                  </a:lnTo>
                  <a:lnTo>
                    <a:pt x="997833" y="30072"/>
                  </a:lnTo>
                  <a:lnTo>
                    <a:pt x="1022415" y="36365"/>
                  </a:lnTo>
                  <a:lnTo>
                    <a:pt x="1040079" y="53080"/>
                  </a:lnTo>
                  <a:lnTo>
                    <a:pt x="1050740" y="76971"/>
                  </a:lnTo>
                  <a:lnTo>
                    <a:pt x="1054079" y="102970"/>
                  </a:lnTo>
                  <a:lnTo>
                    <a:pt x="1054200" y="105703"/>
                  </a:lnTo>
                  <a:lnTo>
                    <a:pt x="1050612" y="134681"/>
                  </a:lnTo>
                  <a:lnTo>
                    <a:pt x="1039737" y="158671"/>
                  </a:lnTo>
                  <a:lnTo>
                    <a:pt x="1022031" y="174630"/>
                  </a:lnTo>
                  <a:lnTo>
                    <a:pt x="997833" y="180423"/>
                  </a:lnTo>
                  <a:lnTo>
                    <a:pt x="997833" y="210496"/>
                  </a:lnTo>
                  <a:lnTo>
                    <a:pt x="1036237" y="202921"/>
                  </a:lnTo>
                  <a:lnTo>
                    <a:pt x="1066514" y="182020"/>
                  </a:lnTo>
                  <a:lnTo>
                    <a:pt x="1086367" y="148475"/>
                  </a:lnTo>
                  <a:lnTo>
                    <a:pt x="1093495" y="102970"/>
                  </a:lnTo>
                  <a:lnTo>
                    <a:pt x="1087161" y="62280"/>
                  </a:lnTo>
                  <a:lnTo>
                    <a:pt x="1068782" y="29618"/>
                  </a:lnTo>
                  <a:lnTo>
                    <a:pt x="1039298" y="7888"/>
                  </a:lnTo>
                  <a:lnTo>
                    <a:pt x="999644" y="0"/>
                  </a:lnTo>
                  <a:close/>
                </a:path>
                <a:path w="2035810" h="210820">
                  <a:moveTo>
                    <a:pt x="1162760" y="3633"/>
                  </a:moveTo>
                  <a:lnTo>
                    <a:pt x="1125389" y="3633"/>
                  </a:lnTo>
                  <a:lnTo>
                    <a:pt x="1125389" y="206862"/>
                  </a:lnTo>
                  <a:lnTo>
                    <a:pt x="1246590" y="206862"/>
                  </a:lnTo>
                  <a:lnTo>
                    <a:pt x="1246590" y="175868"/>
                  </a:lnTo>
                  <a:lnTo>
                    <a:pt x="1162760" y="175868"/>
                  </a:lnTo>
                  <a:lnTo>
                    <a:pt x="1162760" y="3633"/>
                  </a:lnTo>
                  <a:close/>
                </a:path>
                <a:path w="2035810" h="210820">
                  <a:moveTo>
                    <a:pt x="95682" y="34627"/>
                  </a:moveTo>
                  <a:lnTo>
                    <a:pt x="58322" y="34627"/>
                  </a:lnTo>
                  <a:lnTo>
                    <a:pt x="58322" y="206862"/>
                  </a:lnTo>
                  <a:lnTo>
                    <a:pt x="95682" y="206862"/>
                  </a:lnTo>
                  <a:lnTo>
                    <a:pt x="95682" y="34627"/>
                  </a:lnTo>
                  <a:close/>
                </a:path>
                <a:path w="2035810" h="210820">
                  <a:moveTo>
                    <a:pt x="153995" y="3633"/>
                  </a:moveTo>
                  <a:lnTo>
                    <a:pt x="0" y="3633"/>
                  </a:lnTo>
                  <a:lnTo>
                    <a:pt x="0" y="34627"/>
                  </a:lnTo>
                  <a:lnTo>
                    <a:pt x="153995" y="34627"/>
                  </a:lnTo>
                  <a:lnTo>
                    <a:pt x="153995" y="3633"/>
                  </a:lnTo>
                  <a:close/>
                </a:path>
                <a:path w="2035810" h="210820">
                  <a:moveTo>
                    <a:pt x="302535" y="3633"/>
                  </a:moveTo>
                  <a:lnTo>
                    <a:pt x="184078" y="3633"/>
                  </a:lnTo>
                  <a:lnTo>
                    <a:pt x="184078" y="206862"/>
                  </a:lnTo>
                  <a:lnTo>
                    <a:pt x="307090" y="206862"/>
                  </a:lnTo>
                  <a:lnTo>
                    <a:pt x="307090" y="176790"/>
                  </a:lnTo>
                  <a:lnTo>
                    <a:pt x="220527" y="176790"/>
                  </a:lnTo>
                  <a:lnTo>
                    <a:pt x="220527" y="116635"/>
                  </a:lnTo>
                  <a:lnTo>
                    <a:pt x="297980" y="116635"/>
                  </a:lnTo>
                  <a:lnTo>
                    <a:pt x="297980" y="86573"/>
                  </a:lnTo>
                  <a:lnTo>
                    <a:pt x="220527" y="86573"/>
                  </a:lnTo>
                  <a:lnTo>
                    <a:pt x="220527" y="33716"/>
                  </a:lnTo>
                  <a:lnTo>
                    <a:pt x="302535" y="33716"/>
                  </a:lnTo>
                  <a:lnTo>
                    <a:pt x="302535" y="3633"/>
                  </a:lnTo>
                  <a:close/>
                </a:path>
                <a:path w="2035810" h="210820">
                  <a:moveTo>
                    <a:pt x="438321" y="0"/>
                  </a:moveTo>
                  <a:lnTo>
                    <a:pt x="394708" y="7446"/>
                  </a:lnTo>
                  <a:lnTo>
                    <a:pt x="360063" y="28818"/>
                  </a:lnTo>
                  <a:lnTo>
                    <a:pt x="337208" y="62665"/>
                  </a:lnTo>
                  <a:lnTo>
                    <a:pt x="328963" y="107535"/>
                  </a:lnTo>
                  <a:lnTo>
                    <a:pt x="336096" y="149761"/>
                  </a:lnTo>
                  <a:lnTo>
                    <a:pt x="356642" y="182249"/>
                  </a:lnTo>
                  <a:lnTo>
                    <a:pt x="389318" y="203121"/>
                  </a:lnTo>
                  <a:lnTo>
                    <a:pt x="432845" y="210496"/>
                  </a:lnTo>
                  <a:lnTo>
                    <a:pt x="450198" y="209713"/>
                  </a:lnTo>
                  <a:lnTo>
                    <a:pt x="465077" y="207649"/>
                  </a:lnTo>
                  <a:lnTo>
                    <a:pt x="477054" y="204731"/>
                  </a:lnTo>
                  <a:lnTo>
                    <a:pt x="485702" y="201386"/>
                  </a:lnTo>
                  <a:lnTo>
                    <a:pt x="481056" y="179512"/>
                  </a:lnTo>
                  <a:lnTo>
                    <a:pt x="439222" y="179512"/>
                  </a:lnTo>
                  <a:lnTo>
                    <a:pt x="409280" y="174258"/>
                  </a:lnTo>
                  <a:lnTo>
                    <a:pt x="386941" y="159351"/>
                  </a:lnTo>
                  <a:lnTo>
                    <a:pt x="372972" y="136072"/>
                  </a:lnTo>
                  <a:lnTo>
                    <a:pt x="368145" y="105703"/>
                  </a:lnTo>
                  <a:lnTo>
                    <a:pt x="373486" y="73266"/>
                  </a:lnTo>
                  <a:lnTo>
                    <a:pt x="388311" y="49888"/>
                  </a:lnTo>
                  <a:lnTo>
                    <a:pt x="410822" y="35737"/>
                  </a:lnTo>
                  <a:lnTo>
                    <a:pt x="439222" y="30983"/>
                  </a:lnTo>
                  <a:lnTo>
                    <a:pt x="481549" y="30983"/>
                  </a:lnTo>
                  <a:lnTo>
                    <a:pt x="487513" y="9120"/>
                  </a:lnTo>
                  <a:lnTo>
                    <a:pt x="480211" y="6153"/>
                  </a:lnTo>
                  <a:lnTo>
                    <a:pt x="469408" y="3189"/>
                  </a:lnTo>
                  <a:lnTo>
                    <a:pt x="455359" y="911"/>
                  </a:lnTo>
                  <a:lnTo>
                    <a:pt x="438321" y="0"/>
                  </a:lnTo>
                  <a:close/>
                </a:path>
                <a:path w="2035810" h="210820">
                  <a:moveTo>
                    <a:pt x="479315" y="171314"/>
                  </a:moveTo>
                  <a:lnTo>
                    <a:pt x="471257" y="174516"/>
                  </a:lnTo>
                  <a:lnTo>
                    <a:pt x="461318" y="177121"/>
                  </a:lnTo>
                  <a:lnTo>
                    <a:pt x="450354" y="178872"/>
                  </a:lnTo>
                  <a:lnTo>
                    <a:pt x="439222" y="179512"/>
                  </a:lnTo>
                  <a:lnTo>
                    <a:pt x="481056" y="179512"/>
                  </a:lnTo>
                  <a:lnTo>
                    <a:pt x="479315" y="171314"/>
                  </a:lnTo>
                  <a:close/>
                </a:path>
                <a:path w="2035810" h="210820">
                  <a:moveTo>
                    <a:pt x="481549" y="30983"/>
                  </a:moveTo>
                  <a:lnTo>
                    <a:pt x="439222" y="30983"/>
                  </a:lnTo>
                  <a:lnTo>
                    <a:pt x="451507" y="31623"/>
                  </a:lnTo>
                  <a:lnTo>
                    <a:pt x="462343" y="33373"/>
                  </a:lnTo>
                  <a:lnTo>
                    <a:pt x="471641" y="35975"/>
                  </a:lnTo>
                  <a:lnTo>
                    <a:pt x="479315" y="39171"/>
                  </a:lnTo>
                  <a:lnTo>
                    <a:pt x="481549" y="30983"/>
                  </a:lnTo>
                  <a:close/>
                </a:path>
                <a:path w="2035810" h="210820">
                  <a:moveTo>
                    <a:pt x="554956" y="3633"/>
                  </a:moveTo>
                  <a:lnTo>
                    <a:pt x="517586" y="3633"/>
                  </a:lnTo>
                  <a:lnTo>
                    <a:pt x="517586" y="206862"/>
                  </a:lnTo>
                  <a:lnTo>
                    <a:pt x="554956" y="206862"/>
                  </a:lnTo>
                  <a:lnTo>
                    <a:pt x="554956" y="117546"/>
                  </a:lnTo>
                  <a:lnTo>
                    <a:pt x="677968" y="117546"/>
                  </a:lnTo>
                  <a:lnTo>
                    <a:pt x="677968" y="84751"/>
                  </a:lnTo>
                  <a:lnTo>
                    <a:pt x="554956" y="84751"/>
                  </a:lnTo>
                  <a:lnTo>
                    <a:pt x="554956" y="3633"/>
                  </a:lnTo>
                  <a:close/>
                </a:path>
                <a:path w="2035810" h="210820">
                  <a:moveTo>
                    <a:pt x="677968" y="117546"/>
                  </a:moveTo>
                  <a:lnTo>
                    <a:pt x="640608" y="117546"/>
                  </a:lnTo>
                  <a:lnTo>
                    <a:pt x="640608" y="206862"/>
                  </a:lnTo>
                  <a:lnTo>
                    <a:pt x="677968" y="206862"/>
                  </a:lnTo>
                  <a:lnTo>
                    <a:pt x="677968" y="117546"/>
                  </a:lnTo>
                  <a:close/>
                </a:path>
                <a:path w="2035810" h="210820">
                  <a:moveTo>
                    <a:pt x="677968" y="3633"/>
                  </a:moveTo>
                  <a:lnTo>
                    <a:pt x="640608" y="3633"/>
                  </a:lnTo>
                  <a:lnTo>
                    <a:pt x="640608" y="84751"/>
                  </a:lnTo>
                  <a:lnTo>
                    <a:pt x="677968" y="84751"/>
                  </a:lnTo>
                  <a:lnTo>
                    <a:pt x="677968" y="3633"/>
                  </a:lnTo>
                  <a:close/>
                </a:path>
                <a:path w="2035810" h="210820">
                  <a:moveTo>
                    <a:pt x="753600" y="3633"/>
                  </a:moveTo>
                  <a:lnTo>
                    <a:pt x="711695" y="3633"/>
                  </a:lnTo>
                  <a:lnTo>
                    <a:pt x="711695" y="206862"/>
                  </a:lnTo>
                  <a:lnTo>
                    <a:pt x="746322" y="206862"/>
                  </a:lnTo>
                  <a:lnTo>
                    <a:pt x="746204" y="117546"/>
                  </a:lnTo>
                  <a:lnTo>
                    <a:pt x="746094" y="107829"/>
                  </a:lnTo>
                  <a:lnTo>
                    <a:pt x="745640" y="88272"/>
                  </a:lnTo>
                  <a:lnTo>
                    <a:pt x="744789" y="67439"/>
                  </a:lnTo>
                  <a:lnTo>
                    <a:pt x="743600" y="47380"/>
                  </a:lnTo>
                  <a:lnTo>
                    <a:pt x="780039" y="47380"/>
                  </a:lnTo>
                  <a:lnTo>
                    <a:pt x="753600" y="3633"/>
                  </a:lnTo>
                  <a:close/>
                </a:path>
                <a:path w="2035810" h="210820">
                  <a:moveTo>
                    <a:pt x="780039" y="47380"/>
                  </a:moveTo>
                  <a:lnTo>
                    <a:pt x="744490" y="47380"/>
                  </a:lnTo>
                  <a:lnTo>
                    <a:pt x="752629" y="64753"/>
                  </a:lnTo>
                  <a:lnTo>
                    <a:pt x="761801" y="82467"/>
                  </a:lnTo>
                  <a:lnTo>
                    <a:pt x="771660" y="100179"/>
                  </a:lnTo>
                  <a:lnTo>
                    <a:pt x="781861" y="117546"/>
                  </a:lnTo>
                  <a:lnTo>
                    <a:pt x="834718" y="206862"/>
                  </a:lnTo>
                  <a:lnTo>
                    <a:pt x="872978" y="206862"/>
                  </a:lnTo>
                  <a:lnTo>
                    <a:pt x="872978" y="159471"/>
                  </a:lnTo>
                  <a:lnTo>
                    <a:pt x="841094" y="159471"/>
                  </a:lnTo>
                  <a:lnTo>
                    <a:pt x="833758" y="142252"/>
                  </a:lnTo>
                  <a:lnTo>
                    <a:pt x="825486" y="124954"/>
                  </a:lnTo>
                  <a:lnTo>
                    <a:pt x="816364" y="107829"/>
                  </a:lnTo>
                  <a:lnTo>
                    <a:pt x="806478" y="91128"/>
                  </a:lnTo>
                  <a:lnTo>
                    <a:pt x="780039" y="47380"/>
                  </a:lnTo>
                  <a:close/>
                </a:path>
                <a:path w="2035810" h="210820">
                  <a:moveTo>
                    <a:pt x="872978" y="3633"/>
                  </a:moveTo>
                  <a:lnTo>
                    <a:pt x="838351" y="3633"/>
                  </a:lnTo>
                  <a:lnTo>
                    <a:pt x="838414" y="82467"/>
                  </a:lnTo>
                  <a:lnTo>
                    <a:pt x="838535" y="97177"/>
                  </a:lnTo>
                  <a:lnTo>
                    <a:pt x="839145" y="118344"/>
                  </a:lnTo>
                  <a:lnTo>
                    <a:pt x="840273" y="138659"/>
                  </a:lnTo>
                  <a:lnTo>
                    <a:pt x="842005" y="158550"/>
                  </a:lnTo>
                  <a:lnTo>
                    <a:pt x="841094" y="159471"/>
                  </a:lnTo>
                  <a:lnTo>
                    <a:pt x="872978" y="159471"/>
                  </a:lnTo>
                  <a:lnTo>
                    <a:pt x="872978" y="3633"/>
                  </a:lnTo>
                  <a:close/>
                </a:path>
              </a:pathLst>
            </a:custGeom>
            <a:solidFill>
              <a:srgbClr val="1268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543B039-69D0-2FE4-8325-30AD54A65656}"/>
              </a:ext>
            </a:extLst>
          </p:cNvPr>
          <p:cNvGrpSpPr/>
          <p:nvPr userDrawn="1"/>
        </p:nvGrpSpPr>
        <p:grpSpPr>
          <a:xfrm>
            <a:off x="11084199" y="316456"/>
            <a:ext cx="761726" cy="157980"/>
            <a:chOff x="9242701" y="249950"/>
            <a:chExt cx="652960" cy="135423"/>
          </a:xfrm>
        </p:grpSpPr>
        <p:sp>
          <p:nvSpPr>
            <p:cNvPr id="21" name="object 11">
              <a:extLst>
                <a:ext uri="{FF2B5EF4-FFF2-40B4-BE49-F238E27FC236}">
                  <a16:creationId xmlns:a16="http://schemas.microsoft.com/office/drawing/2014/main" id="{BE153C13-7C39-0143-E8B4-E58FE15F2ABF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22" name="object 12">
              <a:extLst>
                <a:ext uri="{FF2B5EF4-FFF2-40B4-BE49-F238E27FC236}">
                  <a16:creationId xmlns:a16="http://schemas.microsoft.com/office/drawing/2014/main" id="{CAE4AD85-1AC3-CD92-D9D7-DB0815AA0644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23" name="object 13">
                <a:extLst>
                  <a:ext uri="{FF2B5EF4-FFF2-40B4-BE49-F238E27FC236}">
                    <a16:creationId xmlns:a16="http://schemas.microsoft.com/office/drawing/2014/main" id="{5FF36A7C-B53C-0583-598B-FC8C3E6A6F92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24" name="object 14">
                <a:extLst>
                  <a:ext uri="{FF2B5EF4-FFF2-40B4-BE49-F238E27FC236}">
                    <a16:creationId xmlns:a16="http://schemas.microsoft.com/office/drawing/2014/main" id="{BC3EDFDA-0133-AE5F-F23E-C69E884815CF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25" name="object 15">
                <a:extLst>
                  <a:ext uri="{FF2B5EF4-FFF2-40B4-BE49-F238E27FC236}">
                    <a16:creationId xmlns:a16="http://schemas.microsoft.com/office/drawing/2014/main" id="{EA6E9E1C-315D-339C-C783-CD59E6205B16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8BDDE7DD-8D05-9582-547C-E9A9E833BD53}"/>
              </a:ext>
            </a:extLst>
          </p:cNvPr>
          <p:cNvSpPr txBox="1"/>
          <p:nvPr userDrawn="1"/>
        </p:nvSpPr>
        <p:spPr>
          <a:xfrm>
            <a:off x="437243" y="6373603"/>
            <a:ext cx="6098874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600" spc="-20" baseline="0">
                <a:solidFill>
                  <a:schemeClr val="tx2"/>
                </a:solidFill>
                <a:effectLst/>
              </a:rPr>
              <a:t>© Copyright 2023 Tata Technologies. All rights reserved. All other trademarks are trademarks of their respective owners.</a:t>
            </a: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E361AAAF-7697-6B20-1044-B26A700DB3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" y="6356350"/>
            <a:ext cx="491300" cy="365125"/>
          </a:xfrm>
        </p:spPr>
        <p:txBody>
          <a:bodyPr/>
          <a:lstStyle/>
          <a:p>
            <a:fld id="{C4B1DB5C-CBD1-46F1-83D6-F5AA23577CB7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298AF98-6196-41F0-7877-F9584BFA936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01439" y="6413850"/>
            <a:ext cx="2135345" cy="16897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70FDB05-43C6-BB4D-DCCD-28C3BF2EAC06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3375" y="336035"/>
            <a:ext cx="1776779" cy="126268"/>
          </a:xfrm>
          <a:prstGeom prst="rect">
            <a:avLst/>
          </a:prstGeom>
        </p:spPr>
      </p:pic>
      <p:sp>
        <p:nvSpPr>
          <p:cNvPr id="2" name="hcSlideMaster.BlankHeader" descr="Classification: Public">
            <a:extLst>
              <a:ext uri="{FF2B5EF4-FFF2-40B4-BE49-F238E27FC236}">
                <a16:creationId xmlns:a16="http://schemas.microsoft.com/office/drawing/2014/main" id="{B74EAE97-8F18-2BB0-71D0-FCF2BF40EA13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008000"/>
                </a:solidFill>
                <a:latin typeface="Microsoft Sans Serif" panose="020B0604020202020204" pitchFamily="34" charset="0"/>
              </a:rPr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39838615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ED30AD43-9C2E-9B38-4EF9-038EABEF0BF4}"/>
              </a:ext>
            </a:extLst>
          </p:cNvPr>
          <p:cNvGrpSpPr/>
          <p:nvPr userDrawn="1"/>
        </p:nvGrpSpPr>
        <p:grpSpPr>
          <a:xfrm>
            <a:off x="11084200" y="316625"/>
            <a:ext cx="761725" cy="157981"/>
            <a:chOff x="9242701" y="249950"/>
            <a:chExt cx="652960" cy="135423"/>
          </a:xfrm>
        </p:grpSpPr>
        <p:sp>
          <p:nvSpPr>
            <p:cNvPr id="9" name="object 6">
              <a:extLst>
                <a:ext uri="{FF2B5EF4-FFF2-40B4-BE49-F238E27FC236}">
                  <a16:creationId xmlns:a16="http://schemas.microsoft.com/office/drawing/2014/main" id="{3C5E59C3-A8CA-C14E-9808-EB7D8818D781}"/>
                </a:ext>
              </a:extLst>
            </p:cNvPr>
            <p:cNvSpPr/>
            <p:nvPr/>
          </p:nvSpPr>
          <p:spPr>
            <a:xfrm>
              <a:off x="9571215" y="268829"/>
              <a:ext cx="122588" cy="103011"/>
            </a:xfrm>
            <a:custGeom>
              <a:avLst/>
              <a:gdLst/>
              <a:ahLst/>
              <a:cxnLst/>
              <a:rect l="l" t="t" r="r" b="b"/>
              <a:pathLst>
                <a:path w="242569" h="203834">
                  <a:moveTo>
                    <a:pt x="163104" y="0"/>
                  </a:moveTo>
                  <a:lnTo>
                    <a:pt x="77442" y="0"/>
                  </a:lnTo>
                  <a:lnTo>
                    <a:pt x="0" y="203229"/>
                  </a:lnTo>
                  <a:lnTo>
                    <a:pt x="78353" y="203229"/>
                  </a:lnTo>
                  <a:lnTo>
                    <a:pt x="12027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7">
              <a:extLst>
                <a:ext uri="{FF2B5EF4-FFF2-40B4-BE49-F238E27FC236}">
                  <a16:creationId xmlns:a16="http://schemas.microsoft.com/office/drawing/2014/main" id="{BF193E5A-AE8E-CA58-DCD1-41E0C76CCC9A}"/>
                </a:ext>
              </a:extLst>
            </p:cNvPr>
            <p:cNvSpPr/>
            <p:nvPr/>
          </p:nvSpPr>
          <p:spPr>
            <a:xfrm>
              <a:off x="9772920" y="268829"/>
              <a:ext cx="122588" cy="103011"/>
            </a:xfrm>
            <a:custGeom>
              <a:avLst/>
              <a:gdLst/>
              <a:ahLst/>
              <a:cxnLst/>
              <a:rect l="l" t="t" r="r" b="b"/>
              <a:pathLst>
                <a:path w="242569" h="203834">
                  <a:moveTo>
                    <a:pt x="163125" y="0"/>
                  </a:moveTo>
                  <a:lnTo>
                    <a:pt x="77453" y="0"/>
                  </a:lnTo>
                  <a:lnTo>
                    <a:pt x="0" y="203229"/>
                  </a:lnTo>
                  <a:lnTo>
                    <a:pt x="79285" y="203229"/>
                  </a:lnTo>
                  <a:lnTo>
                    <a:pt x="12028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11" name="object 8">
              <a:extLst>
                <a:ext uri="{FF2B5EF4-FFF2-40B4-BE49-F238E27FC236}">
                  <a16:creationId xmlns:a16="http://schemas.microsoft.com/office/drawing/2014/main" id="{91EB92DB-A6B5-922D-37A6-DB0EB2E23F01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17" name="object 9">
                <a:extLst>
                  <a:ext uri="{FF2B5EF4-FFF2-40B4-BE49-F238E27FC236}">
                    <a16:creationId xmlns:a16="http://schemas.microsoft.com/office/drawing/2014/main" id="{7EC74A92-B131-4B60-C82C-053C71ADC790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8" name="object 10">
                <a:extLst>
                  <a:ext uri="{FF2B5EF4-FFF2-40B4-BE49-F238E27FC236}">
                    <a16:creationId xmlns:a16="http://schemas.microsoft.com/office/drawing/2014/main" id="{CDF89E1F-0023-9515-BA64-C6E3069073BB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19" name="object 11">
                <a:extLst>
                  <a:ext uri="{FF2B5EF4-FFF2-40B4-BE49-F238E27FC236}">
                    <a16:creationId xmlns:a16="http://schemas.microsoft.com/office/drawing/2014/main" id="{C1C90675-0D4C-713B-E2D8-90402BF66DAF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  <p:sp>
          <p:nvSpPr>
            <p:cNvPr id="12" name="object 22">
              <a:extLst>
                <a:ext uri="{FF2B5EF4-FFF2-40B4-BE49-F238E27FC236}">
                  <a16:creationId xmlns:a16="http://schemas.microsoft.com/office/drawing/2014/main" id="{A7BF0FC5-516C-5F05-69E9-553792A748B7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13" name="object 23">
              <a:extLst>
                <a:ext uri="{FF2B5EF4-FFF2-40B4-BE49-F238E27FC236}">
                  <a16:creationId xmlns:a16="http://schemas.microsoft.com/office/drawing/2014/main" id="{2467B862-C5DC-3DA1-5928-409722F0AF16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14" name="object 24">
                <a:extLst>
                  <a:ext uri="{FF2B5EF4-FFF2-40B4-BE49-F238E27FC236}">
                    <a16:creationId xmlns:a16="http://schemas.microsoft.com/office/drawing/2014/main" id="{FAA55E6C-4A99-2A35-A93E-7D7FB6AD70D3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5" name="object 25">
                <a:extLst>
                  <a:ext uri="{FF2B5EF4-FFF2-40B4-BE49-F238E27FC236}">
                    <a16:creationId xmlns:a16="http://schemas.microsoft.com/office/drawing/2014/main" id="{6AC2C530-E103-81C3-7066-0BE25AD31234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16" name="object 26">
                <a:extLst>
                  <a:ext uri="{FF2B5EF4-FFF2-40B4-BE49-F238E27FC236}">
                    <a16:creationId xmlns:a16="http://schemas.microsoft.com/office/drawing/2014/main" id="{A0A9B4D5-A213-FAC5-6246-D06734809CA2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E696180B-0ED5-1053-C40B-70DC2018862F}"/>
              </a:ext>
            </a:extLst>
          </p:cNvPr>
          <p:cNvSpPr txBox="1"/>
          <p:nvPr userDrawn="1"/>
        </p:nvSpPr>
        <p:spPr>
          <a:xfrm>
            <a:off x="437243" y="6373603"/>
            <a:ext cx="6098874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600" spc="-20" baseline="0">
                <a:solidFill>
                  <a:srgbClr val="FFFFFF"/>
                </a:solidFill>
                <a:effectLst/>
              </a:rPr>
              <a:t>© Copyright 2023 Tata Technologies. All rights reserved. All other trademarks are trademarks of their respective owners.</a:t>
            </a:r>
          </a:p>
        </p:txBody>
      </p:sp>
      <p:sp>
        <p:nvSpPr>
          <p:cNvPr id="24" name="Slide Number Placeholder 2">
            <a:extLst>
              <a:ext uri="{FF2B5EF4-FFF2-40B4-BE49-F238E27FC236}">
                <a16:creationId xmlns:a16="http://schemas.microsoft.com/office/drawing/2014/main" id="{FD5FE8AB-FF44-D068-BF84-BC232F1962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" y="6356350"/>
            <a:ext cx="4913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4B1DB5C-CBD1-46F1-83D6-F5AA23577CB7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429CD2-5527-1730-117E-EED811A0AAE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500" y="333374"/>
            <a:ext cx="1775654" cy="126189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D2EDF40E-A475-8E80-0F9B-7A7B0C97795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703998" y="6408070"/>
            <a:ext cx="2135346" cy="168971"/>
          </a:xfrm>
          <a:prstGeom prst="rect">
            <a:avLst/>
          </a:prstGeom>
        </p:spPr>
      </p:pic>
      <p:sp>
        <p:nvSpPr>
          <p:cNvPr id="6" name="hcSlideMaster.Blank blueHeader" descr="Classification: Public">
            <a:extLst>
              <a:ext uri="{FF2B5EF4-FFF2-40B4-BE49-F238E27FC236}">
                <a16:creationId xmlns:a16="http://schemas.microsoft.com/office/drawing/2014/main" id="{991B47E0-FCA8-8ACF-5EAB-58581D19EF44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008000"/>
                </a:solidFill>
                <a:latin typeface="Microsoft Sans Serif" panose="020B0604020202020204" pitchFamily="34" charset="0"/>
              </a:rPr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42816210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blue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EF4DC27-8FF1-6E10-539B-C953C3FF43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5652" y="1992283"/>
            <a:ext cx="4291842" cy="2131143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3600">
                <a:solidFill>
                  <a:schemeClr val="bg2"/>
                </a:solidFill>
              </a:defRPr>
            </a:lvl1pPr>
          </a:lstStyle>
          <a:p>
            <a:r>
              <a:rPr lang="en-GB"/>
              <a:t>Click to edit title style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F36E1E-016C-31BE-7A8C-D33F9D9BBDC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5652" y="4226944"/>
            <a:ext cx="4291842" cy="79363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here to edit subheading</a:t>
            </a:r>
            <a:endParaRPr lang="en-US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82679F89-32CF-ECB2-E50C-C4D60D16E19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5652" y="5114146"/>
            <a:ext cx="4291842" cy="414068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Date</a:t>
            </a:r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73B6076B-D9C5-8F0E-BCDD-D843DDA9474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36800" y="914399"/>
            <a:ext cx="6055200" cy="4744529"/>
          </a:xfrm>
          <a:custGeom>
            <a:avLst/>
            <a:gdLst>
              <a:gd name="connsiteX0" fmla="*/ 1805307 w 6055200"/>
              <a:gd name="connsiteY0" fmla="*/ 0 h 4744529"/>
              <a:gd name="connsiteX1" fmla="*/ 6055200 w 6055200"/>
              <a:gd name="connsiteY1" fmla="*/ 0 h 4744529"/>
              <a:gd name="connsiteX2" fmla="*/ 6055200 w 6055200"/>
              <a:gd name="connsiteY2" fmla="*/ 4744529 h 4744529"/>
              <a:gd name="connsiteX3" fmla="*/ 0 w 6055200"/>
              <a:gd name="connsiteY3" fmla="*/ 4744529 h 47445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55200" h="4744529">
                <a:moveTo>
                  <a:pt x="1805307" y="0"/>
                </a:moveTo>
                <a:lnTo>
                  <a:pt x="6055200" y="0"/>
                </a:lnTo>
                <a:lnTo>
                  <a:pt x="6055200" y="4744529"/>
                </a:lnTo>
                <a:lnTo>
                  <a:pt x="0" y="4744529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824FB13-A710-3604-1DFA-7EB16A1599DD}"/>
              </a:ext>
            </a:extLst>
          </p:cNvPr>
          <p:cNvGrpSpPr/>
          <p:nvPr userDrawn="1"/>
        </p:nvGrpSpPr>
        <p:grpSpPr>
          <a:xfrm>
            <a:off x="11084200" y="316625"/>
            <a:ext cx="761725" cy="157981"/>
            <a:chOff x="9242701" y="249950"/>
            <a:chExt cx="652960" cy="135423"/>
          </a:xfrm>
        </p:grpSpPr>
        <p:sp>
          <p:nvSpPr>
            <p:cNvPr id="18" name="object 6">
              <a:extLst>
                <a:ext uri="{FF2B5EF4-FFF2-40B4-BE49-F238E27FC236}">
                  <a16:creationId xmlns:a16="http://schemas.microsoft.com/office/drawing/2014/main" id="{B25B4BF6-52E5-389C-804A-F07AE19AC3A0}"/>
                </a:ext>
              </a:extLst>
            </p:cNvPr>
            <p:cNvSpPr/>
            <p:nvPr/>
          </p:nvSpPr>
          <p:spPr>
            <a:xfrm>
              <a:off x="9571215" y="268829"/>
              <a:ext cx="122588" cy="103011"/>
            </a:xfrm>
            <a:custGeom>
              <a:avLst/>
              <a:gdLst/>
              <a:ahLst/>
              <a:cxnLst/>
              <a:rect l="l" t="t" r="r" b="b"/>
              <a:pathLst>
                <a:path w="242569" h="203834">
                  <a:moveTo>
                    <a:pt x="163104" y="0"/>
                  </a:moveTo>
                  <a:lnTo>
                    <a:pt x="77442" y="0"/>
                  </a:lnTo>
                  <a:lnTo>
                    <a:pt x="0" y="203229"/>
                  </a:lnTo>
                  <a:lnTo>
                    <a:pt x="78353" y="203229"/>
                  </a:lnTo>
                  <a:lnTo>
                    <a:pt x="12027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7">
              <a:extLst>
                <a:ext uri="{FF2B5EF4-FFF2-40B4-BE49-F238E27FC236}">
                  <a16:creationId xmlns:a16="http://schemas.microsoft.com/office/drawing/2014/main" id="{461B9713-8B60-111C-CC58-694680C56E5C}"/>
                </a:ext>
              </a:extLst>
            </p:cNvPr>
            <p:cNvSpPr/>
            <p:nvPr/>
          </p:nvSpPr>
          <p:spPr>
            <a:xfrm>
              <a:off x="9772920" y="268829"/>
              <a:ext cx="122588" cy="103011"/>
            </a:xfrm>
            <a:custGeom>
              <a:avLst/>
              <a:gdLst/>
              <a:ahLst/>
              <a:cxnLst/>
              <a:rect l="l" t="t" r="r" b="b"/>
              <a:pathLst>
                <a:path w="242569" h="203834">
                  <a:moveTo>
                    <a:pt x="163125" y="0"/>
                  </a:moveTo>
                  <a:lnTo>
                    <a:pt x="77453" y="0"/>
                  </a:lnTo>
                  <a:lnTo>
                    <a:pt x="0" y="203229"/>
                  </a:lnTo>
                  <a:lnTo>
                    <a:pt x="79285" y="203229"/>
                  </a:lnTo>
                  <a:lnTo>
                    <a:pt x="12028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20" name="object 8">
              <a:extLst>
                <a:ext uri="{FF2B5EF4-FFF2-40B4-BE49-F238E27FC236}">
                  <a16:creationId xmlns:a16="http://schemas.microsoft.com/office/drawing/2014/main" id="{AEF4C171-5B2C-20F6-F682-059D5043D14D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26" name="object 9">
                <a:extLst>
                  <a:ext uri="{FF2B5EF4-FFF2-40B4-BE49-F238E27FC236}">
                    <a16:creationId xmlns:a16="http://schemas.microsoft.com/office/drawing/2014/main" id="{4DBBD0F8-636E-924E-251F-1E750B7D6ECA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27" name="object 10">
                <a:extLst>
                  <a:ext uri="{FF2B5EF4-FFF2-40B4-BE49-F238E27FC236}">
                    <a16:creationId xmlns:a16="http://schemas.microsoft.com/office/drawing/2014/main" id="{32FE21A8-0292-E992-68A7-D493E81C6FA2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29" name="object 11">
                <a:extLst>
                  <a:ext uri="{FF2B5EF4-FFF2-40B4-BE49-F238E27FC236}">
                    <a16:creationId xmlns:a16="http://schemas.microsoft.com/office/drawing/2014/main" id="{A8F8113F-F527-DF24-6F62-275E5BECDA8F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  <p:sp>
          <p:nvSpPr>
            <p:cNvPr id="21" name="object 22">
              <a:extLst>
                <a:ext uri="{FF2B5EF4-FFF2-40B4-BE49-F238E27FC236}">
                  <a16:creationId xmlns:a16="http://schemas.microsoft.com/office/drawing/2014/main" id="{A3EB1A4C-0B99-1909-6DBD-1BE3C0FDE593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22" name="object 23">
              <a:extLst>
                <a:ext uri="{FF2B5EF4-FFF2-40B4-BE49-F238E27FC236}">
                  <a16:creationId xmlns:a16="http://schemas.microsoft.com/office/drawing/2014/main" id="{DF528001-5EB3-DE52-0785-82DFA8E56541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23" name="object 24">
                <a:extLst>
                  <a:ext uri="{FF2B5EF4-FFF2-40B4-BE49-F238E27FC236}">
                    <a16:creationId xmlns:a16="http://schemas.microsoft.com/office/drawing/2014/main" id="{B43A1203-EFD0-52EB-E965-58B41339FDC2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24" name="object 25">
                <a:extLst>
                  <a:ext uri="{FF2B5EF4-FFF2-40B4-BE49-F238E27FC236}">
                    <a16:creationId xmlns:a16="http://schemas.microsoft.com/office/drawing/2014/main" id="{EA8187B0-9D47-5A92-0663-7EAD561F4B20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25" name="object 26">
                <a:extLst>
                  <a:ext uri="{FF2B5EF4-FFF2-40B4-BE49-F238E27FC236}">
                    <a16:creationId xmlns:a16="http://schemas.microsoft.com/office/drawing/2014/main" id="{BF92E0E9-0288-3B16-4BCF-DD834E568113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sp>
        <p:nvSpPr>
          <p:cNvPr id="35" name="Slide Number Placeholder 2">
            <a:extLst>
              <a:ext uri="{FF2B5EF4-FFF2-40B4-BE49-F238E27FC236}">
                <a16:creationId xmlns:a16="http://schemas.microsoft.com/office/drawing/2014/main" id="{2C1002A3-456E-1A18-2602-0141FE1F4F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" y="6356350"/>
            <a:ext cx="4913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4B1DB5C-CBD1-46F1-83D6-F5AA23577CB7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0439E84-97CE-7951-71AF-552278CECA61}"/>
              </a:ext>
            </a:extLst>
          </p:cNvPr>
          <p:cNvSpPr txBox="1"/>
          <p:nvPr userDrawn="1"/>
        </p:nvSpPr>
        <p:spPr>
          <a:xfrm>
            <a:off x="437243" y="6373603"/>
            <a:ext cx="6098874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600" spc="-20" baseline="0" dirty="0">
                <a:solidFill>
                  <a:srgbClr val="FFFFFF"/>
                </a:solidFill>
                <a:effectLst/>
              </a:rPr>
              <a:t>© Copyright 2024 Tata Technologies. All rights reserved. All other trademarks are trademarks of their respective owners.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1A6F1BC-C3E5-67C9-81F0-EA0902E0EAD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500" y="333374"/>
            <a:ext cx="1775654" cy="126189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B4302C14-2A55-A7F8-0F5D-AC6437B1118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703998" y="6408070"/>
            <a:ext cx="2135346" cy="168971"/>
          </a:xfrm>
          <a:prstGeom prst="rect">
            <a:avLst/>
          </a:prstGeom>
        </p:spPr>
      </p:pic>
      <p:sp>
        <p:nvSpPr>
          <p:cNvPr id="9" name="hcSlideMaster.Cover blue 1Header" descr="Classification: Public">
            <a:extLst>
              <a:ext uri="{FF2B5EF4-FFF2-40B4-BE49-F238E27FC236}">
                <a16:creationId xmlns:a16="http://schemas.microsoft.com/office/drawing/2014/main" id="{7AD67EB5-CD64-067B-5018-DAA2DC1F4FD7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008000"/>
                </a:solidFill>
                <a:latin typeface="Microsoft Sans Serif" panose="020B0604020202020204" pitchFamily="34" charset="0"/>
              </a:rPr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4073662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blu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Box 39">
            <a:extLst>
              <a:ext uri="{FF2B5EF4-FFF2-40B4-BE49-F238E27FC236}">
                <a16:creationId xmlns:a16="http://schemas.microsoft.com/office/drawing/2014/main" id="{BB6C8EAD-D2E2-CEC3-6863-B90BCDC0D566}"/>
              </a:ext>
            </a:extLst>
          </p:cNvPr>
          <p:cNvSpPr txBox="1"/>
          <p:nvPr userDrawn="1"/>
        </p:nvSpPr>
        <p:spPr>
          <a:xfrm>
            <a:off x="437243" y="6373603"/>
            <a:ext cx="6098874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600" spc="-20" baseline="0">
                <a:solidFill>
                  <a:srgbClr val="FFFFFF"/>
                </a:solidFill>
                <a:effectLst/>
              </a:rPr>
              <a:t>© Copyright 2024 Tata Technologies. </a:t>
            </a:r>
            <a:r>
              <a:rPr lang="en-GB" sz="600" spc="-20" baseline="0" dirty="0">
                <a:solidFill>
                  <a:srgbClr val="FFFFFF"/>
                </a:solidFill>
                <a:effectLst/>
              </a:rPr>
              <a:t>All rights reserved. All other trademarks are trademarks of their respective owners.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DD85FE-5698-1EDD-1C07-8D222ADDC5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4B1DB5C-CBD1-46F1-83D6-F5AA23577CB7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C753A1B-5E26-DC9A-6B2A-0CA31B054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5652" y="1992283"/>
            <a:ext cx="4291842" cy="2131143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3600">
                <a:solidFill>
                  <a:schemeClr val="bg2"/>
                </a:solidFill>
              </a:defRPr>
            </a:lvl1pPr>
          </a:lstStyle>
          <a:p>
            <a:r>
              <a:rPr lang="en-GB"/>
              <a:t>Click to edit title style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2AA21C5-F97A-3202-0091-63F99445EBA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5652" y="4226944"/>
            <a:ext cx="4291842" cy="793630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here to edit subheading</a:t>
            </a:r>
            <a:endParaRPr lang="en-US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D9087490-922A-B89E-983C-2774286440F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917057" y="-1"/>
            <a:ext cx="6852798" cy="3122763"/>
          </a:xfrm>
          <a:custGeom>
            <a:avLst/>
            <a:gdLst>
              <a:gd name="connsiteX0" fmla="*/ 0 w 6852798"/>
              <a:gd name="connsiteY0" fmla="*/ 0 h 3122763"/>
              <a:gd name="connsiteX1" fmla="*/ 5592091 w 6852798"/>
              <a:gd name="connsiteY1" fmla="*/ 0 h 3122763"/>
              <a:gd name="connsiteX2" fmla="*/ 6852798 w 6852798"/>
              <a:gd name="connsiteY2" fmla="*/ 3122763 h 3122763"/>
              <a:gd name="connsiteX3" fmla="*/ 1255492 w 6852798"/>
              <a:gd name="connsiteY3" fmla="*/ 3122763 h 3122763"/>
              <a:gd name="connsiteX4" fmla="*/ 0 w 6852798"/>
              <a:gd name="connsiteY4" fmla="*/ 12917 h 31227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2798" h="3122763">
                <a:moveTo>
                  <a:pt x="0" y="0"/>
                </a:moveTo>
                <a:lnTo>
                  <a:pt x="5592091" y="0"/>
                </a:lnTo>
                <a:lnTo>
                  <a:pt x="6852798" y="3122763"/>
                </a:lnTo>
                <a:lnTo>
                  <a:pt x="1255492" y="3122763"/>
                </a:lnTo>
                <a:lnTo>
                  <a:pt x="0" y="1291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7E64D483-B51F-BB48-C99A-6F49FD6DAB6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485365" y="3729785"/>
            <a:ext cx="5849080" cy="3122763"/>
          </a:xfrm>
          <a:custGeom>
            <a:avLst/>
            <a:gdLst>
              <a:gd name="connsiteX0" fmla="*/ 1204036 w 5849080"/>
              <a:gd name="connsiteY0" fmla="*/ 0 h 3122763"/>
              <a:gd name="connsiteX1" fmla="*/ 5843788 w 5849080"/>
              <a:gd name="connsiteY1" fmla="*/ 0 h 3122763"/>
              <a:gd name="connsiteX2" fmla="*/ 4658633 w 5849080"/>
              <a:gd name="connsiteY2" fmla="*/ 3122762 h 3122763"/>
              <a:gd name="connsiteX3" fmla="*/ 5849080 w 5849080"/>
              <a:gd name="connsiteY3" fmla="*/ 3122762 h 3122763"/>
              <a:gd name="connsiteX4" fmla="*/ 5849080 w 5849080"/>
              <a:gd name="connsiteY4" fmla="*/ 3122763 h 3122763"/>
              <a:gd name="connsiteX5" fmla="*/ 34876 w 5849080"/>
              <a:gd name="connsiteY5" fmla="*/ 3122763 h 3122763"/>
              <a:gd name="connsiteX6" fmla="*/ 34876 w 5849080"/>
              <a:gd name="connsiteY6" fmla="*/ 3120966 h 3122763"/>
              <a:gd name="connsiteX7" fmla="*/ 0 w 5849080"/>
              <a:gd name="connsiteY7" fmla="*/ 3120966 h 3122763"/>
              <a:gd name="connsiteX8" fmla="*/ 45308 w 5849080"/>
              <a:gd name="connsiteY8" fmla="*/ 3010476 h 31227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849080" h="3122763">
                <a:moveTo>
                  <a:pt x="1204036" y="0"/>
                </a:moveTo>
                <a:lnTo>
                  <a:pt x="5843788" y="0"/>
                </a:lnTo>
                <a:lnTo>
                  <a:pt x="4658633" y="3122762"/>
                </a:lnTo>
                <a:lnTo>
                  <a:pt x="5849080" y="3122762"/>
                </a:lnTo>
                <a:lnTo>
                  <a:pt x="5849080" y="3122763"/>
                </a:lnTo>
                <a:lnTo>
                  <a:pt x="34876" y="3122763"/>
                </a:lnTo>
                <a:lnTo>
                  <a:pt x="34876" y="3120966"/>
                </a:lnTo>
                <a:lnTo>
                  <a:pt x="0" y="3120966"/>
                </a:lnTo>
                <a:lnTo>
                  <a:pt x="45308" y="3010476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6EA8233-E5F3-34A9-FF77-8A025E7ADBCB}"/>
              </a:ext>
            </a:extLst>
          </p:cNvPr>
          <p:cNvGrpSpPr/>
          <p:nvPr userDrawn="1"/>
        </p:nvGrpSpPr>
        <p:grpSpPr>
          <a:xfrm>
            <a:off x="11084200" y="316625"/>
            <a:ext cx="761725" cy="157981"/>
            <a:chOff x="9242701" y="249950"/>
            <a:chExt cx="652960" cy="135423"/>
          </a:xfrm>
        </p:grpSpPr>
        <p:sp>
          <p:nvSpPr>
            <p:cNvPr id="24" name="object 6">
              <a:extLst>
                <a:ext uri="{FF2B5EF4-FFF2-40B4-BE49-F238E27FC236}">
                  <a16:creationId xmlns:a16="http://schemas.microsoft.com/office/drawing/2014/main" id="{92C63FAE-98C8-DFF5-712E-CB398FE2A253}"/>
                </a:ext>
              </a:extLst>
            </p:cNvPr>
            <p:cNvSpPr/>
            <p:nvPr/>
          </p:nvSpPr>
          <p:spPr>
            <a:xfrm>
              <a:off x="9571215" y="268829"/>
              <a:ext cx="122588" cy="103011"/>
            </a:xfrm>
            <a:custGeom>
              <a:avLst/>
              <a:gdLst/>
              <a:ahLst/>
              <a:cxnLst/>
              <a:rect l="l" t="t" r="r" b="b"/>
              <a:pathLst>
                <a:path w="242569" h="203834">
                  <a:moveTo>
                    <a:pt x="163104" y="0"/>
                  </a:moveTo>
                  <a:lnTo>
                    <a:pt x="77442" y="0"/>
                  </a:lnTo>
                  <a:lnTo>
                    <a:pt x="0" y="203229"/>
                  </a:lnTo>
                  <a:lnTo>
                    <a:pt x="78353" y="203229"/>
                  </a:lnTo>
                  <a:lnTo>
                    <a:pt x="12027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7">
              <a:extLst>
                <a:ext uri="{FF2B5EF4-FFF2-40B4-BE49-F238E27FC236}">
                  <a16:creationId xmlns:a16="http://schemas.microsoft.com/office/drawing/2014/main" id="{49CCCC8F-EA94-8D77-01F2-7768AFDD5C01}"/>
                </a:ext>
              </a:extLst>
            </p:cNvPr>
            <p:cNvSpPr/>
            <p:nvPr/>
          </p:nvSpPr>
          <p:spPr>
            <a:xfrm>
              <a:off x="9772920" y="268829"/>
              <a:ext cx="122588" cy="103011"/>
            </a:xfrm>
            <a:custGeom>
              <a:avLst/>
              <a:gdLst/>
              <a:ahLst/>
              <a:cxnLst/>
              <a:rect l="l" t="t" r="r" b="b"/>
              <a:pathLst>
                <a:path w="242569" h="203834">
                  <a:moveTo>
                    <a:pt x="163125" y="0"/>
                  </a:moveTo>
                  <a:lnTo>
                    <a:pt x="77453" y="0"/>
                  </a:lnTo>
                  <a:lnTo>
                    <a:pt x="0" y="203229"/>
                  </a:lnTo>
                  <a:lnTo>
                    <a:pt x="79285" y="203229"/>
                  </a:lnTo>
                  <a:lnTo>
                    <a:pt x="12028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26" name="object 8">
              <a:extLst>
                <a:ext uri="{FF2B5EF4-FFF2-40B4-BE49-F238E27FC236}">
                  <a16:creationId xmlns:a16="http://schemas.microsoft.com/office/drawing/2014/main" id="{6D7A2898-00EC-BB28-8E86-5FD3ED50E178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32" name="object 9">
                <a:extLst>
                  <a:ext uri="{FF2B5EF4-FFF2-40B4-BE49-F238E27FC236}">
                    <a16:creationId xmlns:a16="http://schemas.microsoft.com/office/drawing/2014/main" id="{D31E6C27-7EC1-000E-5E5D-177A18DBF32D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33" name="object 10">
                <a:extLst>
                  <a:ext uri="{FF2B5EF4-FFF2-40B4-BE49-F238E27FC236}">
                    <a16:creationId xmlns:a16="http://schemas.microsoft.com/office/drawing/2014/main" id="{B36FEE96-4179-A24A-D2DF-FA0C8207E39B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34" name="object 11">
                <a:extLst>
                  <a:ext uri="{FF2B5EF4-FFF2-40B4-BE49-F238E27FC236}">
                    <a16:creationId xmlns:a16="http://schemas.microsoft.com/office/drawing/2014/main" id="{2223FBC8-AE6E-B62C-FF13-E9CBBF68E4BC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  <p:sp>
          <p:nvSpPr>
            <p:cNvPr id="27" name="object 22">
              <a:extLst>
                <a:ext uri="{FF2B5EF4-FFF2-40B4-BE49-F238E27FC236}">
                  <a16:creationId xmlns:a16="http://schemas.microsoft.com/office/drawing/2014/main" id="{2AF1B19A-F45D-C446-F9EE-C58412FF66F5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28" name="object 23">
              <a:extLst>
                <a:ext uri="{FF2B5EF4-FFF2-40B4-BE49-F238E27FC236}">
                  <a16:creationId xmlns:a16="http://schemas.microsoft.com/office/drawing/2014/main" id="{90A7EEF2-E406-81BA-1772-BF500674F886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29" name="object 24">
                <a:extLst>
                  <a:ext uri="{FF2B5EF4-FFF2-40B4-BE49-F238E27FC236}">
                    <a16:creationId xmlns:a16="http://schemas.microsoft.com/office/drawing/2014/main" id="{3AFE0450-5FAA-E89B-0091-9B3D2A48F928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30" name="object 25">
                <a:extLst>
                  <a:ext uri="{FF2B5EF4-FFF2-40B4-BE49-F238E27FC236}">
                    <a16:creationId xmlns:a16="http://schemas.microsoft.com/office/drawing/2014/main" id="{7BAA1C5E-3B6B-B1E4-AD3A-8D32423158DD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31" name="object 26">
                <a:extLst>
                  <a:ext uri="{FF2B5EF4-FFF2-40B4-BE49-F238E27FC236}">
                    <a16:creationId xmlns:a16="http://schemas.microsoft.com/office/drawing/2014/main" id="{85813EC5-8F07-0EE3-5881-083EFF3A73F6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sp>
        <p:nvSpPr>
          <p:cNvPr id="39" name="Text Placeholder 6">
            <a:extLst>
              <a:ext uri="{FF2B5EF4-FFF2-40B4-BE49-F238E27FC236}">
                <a16:creationId xmlns:a16="http://schemas.microsoft.com/office/drawing/2014/main" id="{58E0B106-D292-C1B3-16E3-99C53FF23ED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5652" y="5114146"/>
            <a:ext cx="4291842" cy="414068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Date</a:t>
            </a:r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713C745-FFF6-1B2D-B6FA-A696E44FB80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500" y="333374"/>
            <a:ext cx="1775654" cy="126189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8BBFE813-EE51-17CF-8B49-53025A2584D6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703998" y="6408070"/>
            <a:ext cx="2135346" cy="168971"/>
          </a:xfrm>
          <a:prstGeom prst="rect">
            <a:avLst/>
          </a:prstGeom>
        </p:spPr>
      </p:pic>
      <p:sp>
        <p:nvSpPr>
          <p:cNvPr id="9" name="hcSlideMaster.Cover blue 2Header" descr="Classification: Public">
            <a:extLst>
              <a:ext uri="{FF2B5EF4-FFF2-40B4-BE49-F238E27FC236}">
                <a16:creationId xmlns:a16="http://schemas.microsoft.com/office/drawing/2014/main" id="{9AB484AE-2431-9892-075E-562DD833F981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008000"/>
                </a:solidFill>
                <a:latin typeface="Microsoft Sans Serif" panose="020B0604020202020204" pitchFamily="34" charset="0"/>
              </a:rPr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21288529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AD9E5-9770-BAAD-EED5-B9281B34EE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5651" y="888101"/>
            <a:ext cx="6103391" cy="1751581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3600">
                <a:solidFill>
                  <a:schemeClr val="bg2"/>
                </a:solidFill>
              </a:defRPr>
            </a:lvl1pPr>
          </a:lstStyle>
          <a:p>
            <a:r>
              <a:rPr lang="en-GB"/>
              <a:t>Click to edit title style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D31A96A-E47A-7FB8-31E2-9FB231D847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B1DB5C-CBD1-46F1-83D6-F5AA23577CB7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25DF583-D45F-3FA1-D8C7-82A75321862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13095" y="1581150"/>
            <a:ext cx="5943600" cy="3390900"/>
          </a:xfrm>
          <a:custGeom>
            <a:avLst/>
            <a:gdLst>
              <a:gd name="connsiteX0" fmla="*/ 1332149 w 5943600"/>
              <a:gd name="connsiteY0" fmla="*/ 0 h 3390900"/>
              <a:gd name="connsiteX1" fmla="*/ 5943600 w 5943600"/>
              <a:gd name="connsiteY1" fmla="*/ 0 h 3390900"/>
              <a:gd name="connsiteX2" fmla="*/ 4611451 w 5943600"/>
              <a:gd name="connsiteY2" fmla="*/ 3390900 h 3390900"/>
              <a:gd name="connsiteX3" fmla="*/ 0 w 5943600"/>
              <a:gd name="connsiteY3" fmla="*/ 3390900 h 3390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43600" h="3390900">
                <a:moveTo>
                  <a:pt x="1332149" y="0"/>
                </a:moveTo>
                <a:lnTo>
                  <a:pt x="5943600" y="0"/>
                </a:lnTo>
                <a:lnTo>
                  <a:pt x="4611451" y="3390900"/>
                </a:lnTo>
                <a:lnTo>
                  <a:pt x="0" y="33909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A3B1A9F1-5E2D-25D0-4904-C4157E0F04C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18164" y="2895600"/>
            <a:ext cx="5676472" cy="3238500"/>
          </a:xfrm>
          <a:custGeom>
            <a:avLst/>
            <a:gdLst>
              <a:gd name="connsiteX0" fmla="*/ 1332149 w 5943600"/>
              <a:gd name="connsiteY0" fmla="*/ 0 h 3390900"/>
              <a:gd name="connsiteX1" fmla="*/ 5943600 w 5943600"/>
              <a:gd name="connsiteY1" fmla="*/ 0 h 3390900"/>
              <a:gd name="connsiteX2" fmla="*/ 4611451 w 5943600"/>
              <a:gd name="connsiteY2" fmla="*/ 3390900 h 3390900"/>
              <a:gd name="connsiteX3" fmla="*/ 0 w 5943600"/>
              <a:gd name="connsiteY3" fmla="*/ 3390900 h 3390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43600" h="3390900">
                <a:moveTo>
                  <a:pt x="1332149" y="0"/>
                </a:moveTo>
                <a:lnTo>
                  <a:pt x="5943600" y="0"/>
                </a:lnTo>
                <a:lnTo>
                  <a:pt x="4611451" y="3390900"/>
                </a:lnTo>
                <a:lnTo>
                  <a:pt x="0" y="33909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25172A6-D006-0CAE-9D3D-F9BDAAA58A02}"/>
              </a:ext>
            </a:extLst>
          </p:cNvPr>
          <p:cNvGrpSpPr/>
          <p:nvPr userDrawn="1"/>
        </p:nvGrpSpPr>
        <p:grpSpPr>
          <a:xfrm>
            <a:off x="11084199" y="316456"/>
            <a:ext cx="761726" cy="157980"/>
            <a:chOff x="9242701" y="249950"/>
            <a:chExt cx="652960" cy="135423"/>
          </a:xfrm>
        </p:grpSpPr>
        <p:sp>
          <p:nvSpPr>
            <p:cNvPr id="22" name="object 11">
              <a:extLst>
                <a:ext uri="{FF2B5EF4-FFF2-40B4-BE49-F238E27FC236}">
                  <a16:creationId xmlns:a16="http://schemas.microsoft.com/office/drawing/2014/main" id="{ED274207-AA4F-71FB-4CF0-93AAD4FEE8A9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23" name="object 12">
              <a:extLst>
                <a:ext uri="{FF2B5EF4-FFF2-40B4-BE49-F238E27FC236}">
                  <a16:creationId xmlns:a16="http://schemas.microsoft.com/office/drawing/2014/main" id="{C93B14B2-6319-0061-6572-5D1EEC9CCE77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24" name="object 13">
                <a:extLst>
                  <a:ext uri="{FF2B5EF4-FFF2-40B4-BE49-F238E27FC236}">
                    <a16:creationId xmlns:a16="http://schemas.microsoft.com/office/drawing/2014/main" id="{9785C40C-ED24-4026-97B5-43FD00093BE1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25" name="object 14">
                <a:extLst>
                  <a:ext uri="{FF2B5EF4-FFF2-40B4-BE49-F238E27FC236}">
                    <a16:creationId xmlns:a16="http://schemas.microsoft.com/office/drawing/2014/main" id="{46FF6BE3-0551-6A4B-C50A-CF5C64D43700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26" name="object 15">
                <a:extLst>
                  <a:ext uri="{FF2B5EF4-FFF2-40B4-BE49-F238E27FC236}">
                    <a16:creationId xmlns:a16="http://schemas.microsoft.com/office/drawing/2014/main" id="{6E85E10E-50C7-8361-DA25-DD2307DA8AAD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3E3436A4-70E4-2578-CC51-43E2E91DCE1E}"/>
              </a:ext>
            </a:extLst>
          </p:cNvPr>
          <p:cNvSpPr txBox="1"/>
          <p:nvPr userDrawn="1"/>
        </p:nvSpPr>
        <p:spPr>
          <a:xfrm>
            <a:off x="437243" y="6373603"/>
            <a:ext cx="6098874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600" spc="-20" baseline="0">
                <a:solidFill>
                  <a:schemeClr val="tx2"/>
                </a:solidFill>
                <a:effectLst/>
              </a:rPr>
              <a:t>© Copyright 2023 Tata Technologies. All rights reserved. All other trademarks are trademarks of their respective owners.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A0C70C4D-EAD9-31BA-D111-3975324D9D4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01439" y="6413850"/>
            <a:ext cx="2135345" cy="1689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CA75D5-4C7A-4D18-966A-F9C19DC3450D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3375" y="336035"/>
            <a:ext cx="1776779" cy="126268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61866F11-D8D6-A442-3A22-9D5F454E8AC5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059680" y="1191321"/>
            <a:ext cx="2453641" cy="5378292"/>
          </a:xfrm>
          <a:prstGeom prst="rect">
            <a:avLst/>
          </a:prstGeom>
        </p:spPr>
      </p:pic>
      <p:sp>
        <p:nvSpPr>
          <p:cNvPr id="9" name="hcSlideMaster.StatementHeader" descr="Classification: Public">
            <a:extLst>
              <a:ext uri="{FF2B5EF4-FFF2-40B4-BE49-F238E27FC236}">
                <a16:creationId xmlns:a16="http://schemas.microsoft.com/office/drawing/2014/main" id="{BB16F44F-9EA5-F9AB-5FF3-C5FB123BDB31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008000"/>
                </a:solidFill>
                <a:latin typeface="Microsoft Sans Serif" panose="020B0604020202020204" pitchFamily="34" charset="0"/>
              </a:rPr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13182396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B3C737A-B84F-4C4B-C3E9-5B4A84E9FC5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883215" y="914399"/>
            <a:ext cx="6308785" cy="5003321"/>
          </a:xfrm>
          <a:custGeom>
            <a:avLst/>
            <a:gdLst>
              <a:gd name="connsiteX0" fmla="*/ 1805307 w 6055200"/>
              <a:gd name="connsiteY0" fmla="*/ 0 h 4744529"/>
              <a:gd name="connsiteX1" fmla="*/ 6055200 w 6055200"/>
              <a:gd name="connsiteY1" fmla="*/ 0 h 4744529"/>
              <a:gd name="connsiteX2" fmla="*/ 6055200 w 6055200"/>
              <a:gd name="connsiteY2" fmla="*/ 4744529 h 4744529"/>
              <a:gd name="connsiteX3" fmla="*/ 0 w 6055200"/>
              <a:gd name="connsiteY3" fmla="*/ 4744529 h 47445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55200" h="4744529">
                <a:moveTo>
                  <a:pt x="1805307" y="0"/>
                </a:moveTo>
                <a:lnTo>
                  <a:pt x="6055200" y="0"/>
                </a:lnTo>
                <a:lnTo>
                  <a:pt x="6055200" y="4744529"/>
                </a:lnTo>
                <a:lnTo>
                  <a:pt x="0" y="474452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32A75AC-5D05-8C23-9B1F-D795F018C4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B1DB5C-CBD1-46F1-83D6-F5AA23577CB7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6AF28E40-5837-146D-DFBE-3816AB28CDD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5650" y="1655395"/>
            <a:ext cx="4291842" cy="317166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TEXT GOES HERE</a:t>
            </a:r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CBE3DFDF-F6D1-F733-4196-B7A0C305DF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5651" y="1991624"/>
            <a:ext cx="5223495" cy="1636334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title style</a:t>
            </a:r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E3E10416-D309-DA02-7459-03F8D8401A2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5652" y="3802145"/>
            <a:ext cx="5223494" cy="2115575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Click here to edit subheading</a:t>
            </a:r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4CD99BB-74F0-B3CF-7334-B44C6157C0F0}"/>
              </a:ext>
            </a:extLst>
          </p:cNvPr>
          <p:cNvGrpSpPr/>
          <p:nvPr userDrawn="1"/>
        </p:nvGrpSpPr>
        <p:grpSpPr>
          <a:xfrm>
            <a:off x="11084199" y="316456"/>
            <a:ext cx="761726" cy="157980"/>
            <a:chOff x="9242701" y="249950"/>
            <a:chExt cx="652960" cy="135423"/>
          </a:xfrm>
        </p:grpSpPr>
        <p:sp>
          <p:nvSpPr>
            <p:cNvPr id="17" name="object 11">
              <a:extLst>
                <a:ext uri="{FF2B5EF4-FFF2-40B4-BE49-F238E27FC236}">
                  <a16:creationId xmlns:a16="http://schemas.microsoft.com/office/drawing/2014/main" id="{764A3182-38D7-EA29-7EF0-91C22B217F31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18" name="object 12">
              <a:extLst>
                <a:ext uri="{FF2B5EF4-FFF2-40B4-BE49-F238E27FC236}">
                  <a16:creationId xmlns:a16="http://schemas.microsoft.com/office/drawing/2014/main" id="{6F8FE2C4-AC25-B845-0166-B4888B03B2CE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19" name="object 13">
                <a:extLst>
                  <a:ext uri="{FF2B5EF4-FFF2-40B4-BE49-F238E27FC236}">
                    <a16:creationId xmlns:a16="http://schemas.microsoft.com/office/drawing/2014/main" id="{2251B678-FF98-F3F8-2DDE-53D4B339D9F9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20" name="object 14">
                <a:extLst>
                  <a:ext uri="{FF2B5EF4-FFF2-40B4-BE49-F238E27FC236}">
                    <a16:creationId xmlns:a16="http://schemas.microsoft.com/office/drawing/2014/main" id="{855C3A6B-368E-78A5-E7F9-5416199F75DF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21" name="object 15">
                <a:extLst>
                  <a:ext uri="{FF2B5EF4-FFF2-40B4-BE49-F238E27FC236}">
                    <a16:creationId xmlns:a16="http://schemas.microsoft.com/office/drawing/2014/main" id="{66C578E7-CB28-3E19-E41E-B4C5C365D9CB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B7437618-0C0A-4D4E-140C-CCC1B1AD028F}"/>
              </a:ext>
            </a:extLst>
          </p:cNvPr>
          <p:cNvSpPr txBox="1"/>
          <p:nvPr userDrawn="1"/>
        </p:nvSpPr>
        <p:spPr>
          <a:xfrm>
            <a:off x="437243" y="6373603"/>
            <a:ext cx="6098874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600" spc="-20" baseline="0">
                <a:solidFill>
                  <a:schemeClr val="tx2"/>
                </a:solidFill>
                <a:effectLst/>
              </a:rPr>
              <a:t>© Copyright 2023 Tata Technologies. All rights reserved. All other trademarks are trademarks of their respective owners.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B6C9C9B6-0E6B-7FE8-D103-674BCFD831B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01439" y="6413850"/>
            <a:ext cx="2135345" cy="16897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0F43383-74E1-DC03-48BF-E709827638B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3375" y="336035"/>
            <a:ext cx="1776779" cy="126268"/>
          </a:xfrm>
          <a:prstGeom prst="rect">
            <a:avLst/>
          </a:prstGeom>
        </p:spPr>
      </p:pic>
      <p:sp>
        <p:nvSpPr>
          <p:cNvPr id="7" name="hcSlideMaster.Cover whiteHeader" descr="Classification: Public">
            <a:extLst>
              <a:ext uri="{FF2B5EF4-FFF2-40B4-BE49-F238E27FC236}">
                <a16:creationId xmlns:a16="http://schemas.microsoft.com/office/drawing/2014/main" id="{2685C7F7-156C-0EEB-CD76-7B9C07B849E3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008000"/>
                </a:solidFill>
                <a:latin typeface="Microsoft Sans Serif" panose="020B0604020202020204" pitchFamily="34" charset="0"/>
              </a:rPr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20741012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755F29E-5D98-5007-E145-3041140FF6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4B1DB5C-CBD1-46F1-83D6-F5AA23577CB7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F0B149E-6858-71E6-9F4B-5CF9CE345E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399" y="2819758"/>
            <a:ext cx="4350335" cy="1715893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title style</a:t>
            </a:r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E945807-692A-1600-245C-85B412D88710}"/>
              </a:ext>
            </a:extLst>
          </p:cNvPr>
          <p:cNvGrpSpPr/>
          <p:nvPr userDrawn="1"/>
        </p:nvGrpSpPr>
        <p:grpSpPr>
          <a:xfrm>
            <a:off x="11084200" y="316625"/>
            <a:ext cx="761725" cy="157981"/>
            <a:chOff x="9242701" y="249950"/>
            <a:chExt cx="652960" cy="135423"/>
          </a:xfrm>
        </p:grpSpPr>
        <p:sp>
          <p:nvSpPr>
            <p:cNvPr id="16" name="object 6">
              <a:extLst>
                <a:ext uri="{FF2B5EF4-FFF2-40B4-BE49-F238E27FC236}">
                  <a16:creationId xmlns:a16="http://schemas.microsoft.com/office/drawing/2014/main" id="{FE8252D3-76C6-954E-2C0A-65EEF6F46849}"/>
                </a:ext>
              </a:extLst>
            </p:cNvPr>
            <p:cNvSpPr/>
            <p:nvPr/>
          </p:nvSpPr>
          <p:spPr>
            <a:xfrm>
              <a:off x="9571215" y="268829"/>
              <a:ext cx="122588" cy="103011"/>
            </a:xfrm>
            <a:custGeom>
              <a:avLst/>
              <a:gdLst/>
              <a:ahLst/>
              <a:cxnLst/>
              <a:rect l="l" t="t" r="r" b="b"/>
              <a:pathLst>
                <a:path w="242569" h="203834">
                  <a:moveTo>
                    <a:pt x="163104" y="0"/>
                  </a:moveTo>
                  <a:lnTo>
                    <a:pt x="77442" y="0"/>
                  </a:lnTo>
                  <a:lnTo>
                    <a:pt x="0" y="203229"/>
                  </a:lnTo>
                  <a:lnTo>
                    <a:pt x="78353" y="203229"/>
                  </a:lnTo>
                  <a:lnTo>
                    <a:pt x="12027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7">
              <a:extLst>
                <a:ext uri="{FF2B5EF4-FFF2-40B4-BE49-F238E27FC236}">
                  <a16:creationId xmlns:a16="http://schemas.microsoft.com/office/drawing/2014/main" id="{EA57E122-B272-0A88-984F-964418378C1F}"/>
                </a:ext>
              </a:extLst>
            </p:cNvPr>
            <p:cNvSpPr/>
            <p:nvPr/>
          </p:nvSpPr>
          <p:spPr>
            <a:xfrm>
              <a:off x="9772920" y="268829"/>
              <a:ext cx="122588" cy="103011"/>
            </a:xfrm>
            <a:custGeom>
              <a:avLst/>
              <a:gdLst/>
              <a:ahLst/>
              <a:cxnLst/>
              <a:rect l="l" t="t" r="r" b="b"/>
              <a:pathLst>
                <a:path w="242569" h="203834">
                  <a:moveTo>
                    <a:pt x="163125" y="0"/>
                  </a:moveTo>
                  <a:lnTo>
                    <a:pt x="77453" y="0"/>
                  </a:lnTo>
                  <a:lnTo>
                    <a:pt x="0" y="203229"/>
                  </a:lnTo>
                  <a:lnTo>
                    <a:pt x="79285" y="203229"/>
                  </a:lnTo>
                  <a:lnTo>
                    <a:pt x="12028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18" name="object 8">
              <a:extLst>
                <a:ext uri="{FF2B5EF4-FFF2-40B4-BE49-F238E27FC236}">
                  <a16:creationId xmlns:a16="http://schemas.microsoft.com/office/drawing/2014/main" id="{028306A9-661C-3404-CF5B-6FBC5F44C34C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24" name="object 9">
                <a:extLst>
                  <a:ext uri="{FF2B5EF4-FFF2-40B4-BE49-F238E27FC236}">
                    <a16:creationId xmlns:a16="http://schemas.microsoft.com/office/drawing/2014/main" id="{02F69C2D-AE0D-2217-3C9C-5159FCC38284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25" name="object 10">
                <a:extLst>
                  <a:ext uri="{FF2B5EF4-FFF2-40B4-BE49-F238E27FC236}">
                    <a16:creationId xmlns:a16="http://schemas.microsoft.com/office/drawing/2014/main" id="{21505F9C-D02D-A3D4-E9DB-1206A8C3C784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26" name="object 11">
                <a:extLst>
                  <a:ext uri="{FF2B5EF4-FFF2-40B4-BE49-F238E27FC236}">
                    <a16:creationId xmlns:a16="http://schemas.microsoft.com/office/drawing/2014/main" id="{3CD5FC1C-7F9D-1E62-715B-6E31AD796965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  <p:sp>
          <p:nvSpPr>
            <p:cNvPr id="19" name="object 22">
              <a:extLst>
                <a:ext uri="{FF2B5EF4-FFF2-40B4-BE49-F238E27FC236}">
                  <a16:creationId xmlns:a16="http://schemas.microsoft.com/office/drawing/2014/main" id="{83BF4D0F-CE14-9AC4-117D-CF805ED8B6BA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20" name="object 23">
              <a:extLst>
                <a:ext uri="{FF2B5EF4-FFF2-40B4-BE49-F238E27FC236}">
                  <a16:creationId xmlns:a16="http://schemas.microsoft.com/office/drawing/2014/main" id="{7EF3CE76-4E5E-65D3-B5BC-DB148DB55CAF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21" name="object 24">
                <a:extLst>
                  <a:ext uri="{FF2B5EF4-FFF2-40B4-BE49-F238E27FC236}">
                    <a16:creationId xmlns:a16="http://schemas.microsoft.com/office/drawing/2014/main" id="{62141BAA-CBDC-6AE2-4753-B610C908CBA7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22" name="object 25">
                <a:extLst>
                  <a:ext uri="{FF2B5EF4-FFF2-40B4-BE49-F238E27FC236}">
                    <a16:creationId xmlns:a16="http://schemas.microsoft.com/office/drawing/2014/main" id="{D040E6F7-D30E-79FA-F11F-49B5E8F2F134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23" name="object 26">
                <a:extLst>
                  <a:ext uri="{FF2B5EF4-FFF2-40B4-BE49-F238E27FC236}">
                    <a16:creationId xmlns:a16="http://schemas.microsoft.com/office/drawing/2014/main" id="{03017B78-8403-B42E-AC00-2235C5E29D19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0D3738DA-E1A3-951E-954E-52831689FC14}"/>
              </a:ext>
            </a:extLst>
          </p:cNvPr>
          <p:cNvSpPr txBox="1"/>
          <p:nvPr userDrawn="1"/>
        </p:nvSpPr>
        <p:spPr>
          <a:xfrm>
            <a:off x="437243" y="6373603"/>
            <a:ext cx="6098874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600" spc="-20" baseline="0">
                <a:solidFill>
                  <a:srgbClr val="FFFFFF"/>
                </a:solidFill>
                <a:effectLst/>
              </a:rPr>
              <a:t>© Copyright 2023 Tata Technologies. All rights reserved. All other trademarks are trademarks of their respective owners.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D80B4A8B-5AAB-3B14-E1CA-8B9888E033E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265025" y="2168659"/>
            <a:ext cx="2784844" cy="2197944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GB" sz="15000" b="0" i="0" u="none" strike="noStrike" smtClean="0">
                <a:solidFill>
                  <a:schemeClr val="bg2"/>
                </a:solidFill>
                <a:effectLst/>
              </a:defRPr>
            </a:lvl1pPr>
          </a:lstStyle>
          <a:p>
            <a:pPr lvl="0"/>
            <a:r>
              <a:rPr lang="en-GB"/>
              <a:t>#</a:t>
            </a: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628036-7DD5-A35F-A1A5-B721E913C93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500" y="333374"/>
            <a:ext cx="1775654" cy="126189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76911412-0C38-C004-6E82-776F982AF12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703998" y="6408070"/>
            <a:ext cx="2135346" cy="168971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F40C07A3-07CB-E605-E0B1-9F8444D5F35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 t="15051" b="28949"/>
          <a:stretch/>
        </p:blipFill>
        <p:spPr>
          <a:xfrm>
            <a:off x="5809640" y="-1"/>
            <a:ext cx="5038861" cy="4535651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45E4BA8C-4EF4-2820-5E11-9398F2D19F1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 t="3000" b="50222"/>
          <a:stretch/>
        </p:blipFill>
        <p:spPr>
          <a:xfrm>
            <a:off x="2054835" y="3058577"/>
            <a:ext cx="5047798" cy="3795428"/>
          </a:xfrm>
          <a:prstGeom prst="rect">
            <a:avLst/>
          </a:prstGeom>
        </p:spPr>
      </p:pic>
      <p:sp>
        <p:nvSpPr>
          <p:cNvPr id="11" name="hcSlideMaster.DividerHeader" descr="Classification: Public">
            <a:extLst>
              <a:ext uri="{FF2B5EF4-FFF2-40B4-BE49-F238E27FC236}">
                <a16:creationId xmlns:a16="http://schemas.microsoft.com/office/drawing/2014/main" id="{A1E9FA3C-5618-2560-DE4E-2B7A5E1725D8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008000"/>
                </a:solidFill>
                <a:latin typeface="Microsoft Sans Serif" panose="020B0604020202020204" pitchFamily="34" charset="0"/>
              </a:rPr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39174265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55BE10B0-7D06-3774-CE14-749E435E73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350" y="849278"/>
            <a:ext cx="11727202" cy="84150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title style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B86191-9A58-B154-648C-603062C210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B1DB5C-CBD1-46F1-83D6-F5AA23577CB7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8E911B2-5E5F-B0B6-39C1-E7365BD2CA74}"/>
              </a:ext>
            </a:extLst>
          </p:cNvPr>
          <p:cNvGrpSpPr/>
          <p:nvPr userDrawn="1"/>
        </p:nvGrpSpPr>
        <p:grpSpPr>
          <a:xfrm>
            <a:off x="11084199" y="316456"/>
            <a:ext cx="761726" cy="157980"/>
            <a:chOff x="9242701" y="249950"/>
            <a:chExt cx="652960" cy="135423"/>
          </a:xfrm>
        </p:grpSpPr>
        <p:sp>
          <p:nvSpPr>
            <p:cNvPr id="15" name="object 11">
              <a:extLst>
                <a:ext uri="{FF2B5EF4-FFF2-40B4-BE49-F238E27FC236}">
                  <a16:creationId xmlns:a16="http://schemas.microsoft.com/office/drawing/2014/main" id="{A0AD5596-5949-C51A-6A23-894B5E4D07CC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16" name="object 12">
              <a:extLst>
                <a:ext uri="{FF2B5EF4-FFF2-40B4-BE49-F238E27FC236}">
                  <a16:creationId xmlns:a16="http://schemas.microsoft.com/office/drawing/2014/main" id="{97B8DFC4-70D5-CDE7-7C15-B3E1270C90F0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17" name="object 13">
                <a:extLst>
                  <a:ext uri="{FF2B5EF4-FFF2-40B4-BE49-F238E27FC236}">
                    <a16:creationId xmlns:a16="http://schemas.microsoft.com/office/drawing/2014/main" id="{CE67B112-2CAF-83BE-F90B-6E34C0063830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8" name="object 14">
                <a:extLst>
                  <a:ext uri="{FF2B5EF4-FFF2-40B4-BE49-F238E27FC236}">
                    <a16:creationId xmlns:a16="http://schemas.microsoft.com/office/drawing/2014/main" id="{71CFF4BE-368B-4E16-BD10-B17CDBB604F5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19" name="object 15">
                <a:extLst>
                  <a:ext uri="{FF2B5EF4-FFF2-40B4-BE49-F238E27FC236}">
                    <a16:creationId xmlns:a16="http://schemas.microsoft.com/office/drawing/2014/main" id="{F8F18842-BE90-BB91-20CA-6BA95DA8D919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4819D38D-91FB-FD21-94E8-8E11DC131A76}"/>
              </a:ext>
            </a:extLst>
          </p:cNvPr>
          <p:cNvSpPr txBox="1"/>
          <p:nvPr userDrawn="1"/>
        </p:nvSpPr>
        <p:spPr>
          <a:xfrm>
            <a:off x="437243" y="6373603"/>
            <a:ext cx="6098874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600" spc="-20" baseline="0">
                <a:solidFill>
                  <a:schemeClr val="tx2"/>
                </a:solidFill>
                <a:effectLst/>
              </a:rPr>
              <a:t>© Copyright 2023 Tata Technologies. All rights reserved. All other trademarks are trademarks of their respective owners.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E3B243D-401C-7696-2672-F25D0788149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01439" y="6413850"/>
            <a:ext cx="2135345" cy="16897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7276BB5-DBFB-E42F-A51F-DFA72C8C4F0A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3375" y="336035"/>
            <a:ext cx="1776779" cy="126268"/>
          </a:xfrm>
          <a:prstGeom prst="rect">
            <a:avLst/>
          </a:prstGeom>
        </p:spPr>
      </p:pic>
      <p:sp>
        <p:nvSpPr>
          <p:cNvPr id="6" name="hcSlideMaster.Title onlyHeader" descr="Classification: Public">
            <a:extLst>
              <a:ext uri="{FF2B5EF4-FFF2-40B4-BE49-F238E27FC236}">
                <a16:creationId xmlns:a16="http://schemas.microsoft.com/office/drawing/2014/main" id="{3F208FF9-EFE4-CB4E-2B23-DB340E2AE782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008000"/>
                </a:solidFill>
                <a:latin typeface="Microsoft Sans Serif" panose="020B0604020202020204" pitchFamily="34" charset="0"/>
              </a:rPr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33732926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7A3324-CF26-0748-B4CF-963B702B3F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B1DB5C-CBD1-46F1-83D6-F5AA23577CB7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7800C36E-23A3-A880-59DF-BC9A66F7F1F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59298" y="804347"/>
            <a:ext cx="6292400" cy="137708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800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Click here to edit subheading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7A5A69EF-2F3B-DFCB-5808-DFE7FC9E747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2399" y="2342167"/>
            <a:ext cx="11672054" cy="3834795"/>
          </a:xfrm>
        </p:spPr>
        <p:txBody>
          <a:bodyPr numCol="4" spcCol="252000"/>
          <a:lstStyle>
            <a:lvl1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here to edit content text</a:t>
            </a:r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49DDFE2-9038-836D-DA36-FAA59D5D34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351" y="849277"/>
            <a:ext cx="2721884" cy="1356365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title style</a:t>
            </a:r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8D51EC2-0C3E-D847-A05D-4AB70622EA52}"/>
              </a:ext>
            </a:extLst>
          </p:cNvPr>
          <p:cNvGrpSpPr/>
          <p:nvPr userDrawn="1"/>
        </p:nvGrpSpPr>
        <p:grpSpPr>
          <a:xfrm>
            <a:off x="11084199" y="316456"/>
            <a:ext cx="761726" cy="157980"/>
            <a:chOff x="9242701" y="249950"/>
            <a:chExt cx="652960" cy="135423"/>
          </a:xfrm>
        </p:grpSpPr>
        <p:sp>
          <p:nvSpPr>
            <p:cNvPr id="17" name="object 11">
              <a:extLst>
                <a:ext uri="{FF2B5EF4-FFF2-40B4-BE49-F238E27FC236}">
                  <a16:creationId xmlns:a16="http://schemas.microsoft.com/office/drawing/2014/main" id="{29221EF7-6A51-8F7D-B564-929FB26C6D95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18" name="object 12">
              <a:extLst>
                <a:ext uri="{FF2B5EF4-FFF2-40B4-BE49-F238E27FC236}">
                  <a16:creationId xmlns:a16="http://schemas.microsoft.com/office/drawing/2014/main" id="{218582E0-2A5B-56D8-0C63-76593A0A51A3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19" name="object 13">
                <a:extLst>
                  <a:ext uri="{FF2B5EF4-FFF2-40B4-BE49-F238E27FC236}">
                    <a16:creationId xmlns:a16="http://schemas.microsoft.com/office/drawing/2014/main" id="{EA476F20-B3D1-DC85-8A95-9A5505D7C3D1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20" name="object 14">
                <a:extLst>
                  <a:ext uri="{FF2B5EF4-FFF2-40B4-BE49-F238E27FC236}">
                    <a16:creationId xmlns:a16="http://schemas.microsoft.com/office/drawing/2014/main" id="{3582D895-C8C8-B690-AD9F-10B1629E86CE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21" name="object 15">
                <a:extLst>
                  <a:ext uri="{FF2B5EF4-FFF2-40B4-BE49-F238E27FC236}">
                    <a16:creationId xmlns:a16="http://schemas.microsoft.com/office/drawing/2014/main" id="{D161E6C6-0726-A22E-7F8C-EBF4C37F0833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8C19C1E7-8295-246C-61F7-8607BE60CAD7}"/>
              </a:ext>
            </a:extLst>
          </p:cNvPr>
          <p:cNvSpPr txBox="1"/>
          <p:nvPr userDrawn="1"/>
        </p:nvSpPr>
        <p:spPr>
          <a:xfrm>
            <a:off x="437243" y="6373603"/>
            <a:ext cx="6098874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600" spc="-20" baseline="0">
                <a:solidFill>
                  <a:schemeClr val="tx2"/>
                </a:solidFill>
                <a:effectLst/>
              </a:rPr>
              <a:t>© Copyright 2023 Tata Technologies. All rights reserved. All other trademarks are trademarks of their respective owners.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9EC83742-40DE-8290-CFF8-C1B1B5865C2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01439" y="6413850"/>
            <a:ext cx="2135345" cy="16897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EB91A90-AA04-8182-D29F-C01BBA40089D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3375" y="336035"/>
            <a:ext cx="1776779" cy="126268"/>
          </a:xfrm>
          <a:prstGeom prst="rect">
            <a:avLst/>
          </a:prstGeom>
        </p:spPr>
      </p:pic>
      <p:sp>
        <p:nvSpPr>
          <p:cNvPr id="5" name="hcSlideMaster.Content 1Header" descr="Classification: Public">
            <a:extLst>
              <a:ext uri="{FF2B5EF4-FFF2-40B4-BE49-F238E27FC236}">
                <a16:creationId xmlns:a16="http://schemas.microsoft.com/office/drawing/2014/main" id="{995EE46A-7100-881A-B5C1-F367B9325432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008000"/>
                </a:solidFill>
                <a:latin typeface="Microsoft Sans Serif" panose="020B0604020202020204" pitchFamily="34" charset="0"/>
              </a:rPr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19390831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>
            <a:extLst>
              <a:ext uri="{FF2B5EF4-FFF2-40B4-BE49-F238E27FC236}">
                <a16:creationId xmlns:a16="http://schemas.microsoft.com/office/drawing/2014/main" id="{0D7A0BF0-2489-55D2-D22F-70F6A243178F}"/>
              </a:ext>
            </a:extLst>
          </p:cNvPr>
          <p:cNvSpPr txBox="1"/>
          <p:nvPr userDrawn="1"/>
        </p:nvSpPr>
        <p:spPr>
          <a:xfrm>
            <a:off x="437243" y="6373603"/>
            <a:ext cx="6098874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600" spc="-20" baseline="0">
                <a:solidFill>
                  <a:schemeClr val="tx2"/>
                </a:solidFill>
                <a:effectLst/>
              </a:rPr>
              <a:t>© Copyright 2023 Tata Technologies. All rights reserved. All other trademarks are trademarks of their respective owners.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58B7FC8-EE15-AEF0-1D58-CE9F1AEC3A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B1DB5C-CBD1-46F1-83D6-F5AA23577CB7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B58CDEAE-0597-06FC-ABED-A9C01545D02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40679" y="1794295"/>
            <a:ext cx="7818922" cy="4382668"/>
          </a:xfrm>
        </p:spPr>
        <p:txBody>
          <a:bodyPr numCol="2" spcCol="252000"/>
          <a:lstStyle>
            <a:lvl1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here to edit content text</a:t>
            </a:r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B5D368A5-187B-6D30-1945-820656F673A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1811338"/>
            <a:ext cx="3713871" cy="3914213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57CA5432-E6C4-9E0E-4AE7-A5CAD48F4F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350" y="849278"/>
            <a:ext cx="11727202" cy="84150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title style</a:t>
            </a:r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3874EF4-1CF7-7897-D289-2ACFF353C026}"/>
              </a:ext>
            </a:extLst>
          </p:cNvPr>
          <p:cNvGrpSpPr/>
          <p:nvPr userDrawn="1"/>
        </p:nvGrpSpPr>
        <p:grpSpPr>
          <a:xfrm>
            <a:off x="11084199" y="316456"/>
            <a:ext cx="761726" cy="157980"/>
            <a:chOff x="9242701" y="249950"/>
            <a:chExt cx="652960" cy="135423"/>
          </a:xfrm>
        </p:grpSpPr>
        <p:sp>
          <p:nvSpPr>
            <p:cNvPr id="22" name="object 11">
              <a:extLst>
                <a:ext uri="{FF2B5EF4-FFF2-40B4-BE49-F238E27FC236}">
                  <a16:creationId xmlns:a16="http://schemas.microsoft.com/office/drawing/2014/main" id="{E6613F8F-3605-BDAD-82A2-772717016A50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23" name="object 12">
              <a:extLst>
                <a:ext uri="{FF2B5EF4-FFF2-40B4-BE49-F238E27FC236}">
                  <a16:creationId xmlns:a16="http://schemas.microsoft.com/office/drawing/2014/main" id="{D5DDB524-DC96-9CC5-5D30-5121EC25B0F7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24" name="object 13">
                <a:extLst>
                  <a:ext uri="{FF2B5EF4-FFF2-40B4-BE49-F238E27FC236}">
                    <a16:creationId xmlns:a16="http://schemas.microsoft.com/office/drawing/2014/main" id="{08685EC9-126E-7223-FB54-4682ABB8AF49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25" name="object 14">
                <a:extLst>
                  <a:ext uri="{FF2B5EF4-FFF2-40B4-BE49-F238E27FC236}">
                    <a16:creationId xmlns:a16="http://schemas.microsoft.com/office/drawing/2014/main" id="{638480FE-5064-365E-0764-1EDB515E42D2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26" name="object 15">
                <a:extLst>
                  <a:ext uri="{FF2B5EF4-FFF2-40B4-BE49-F238E27FC236}">
                    <a16:creationId xmlns:a16="http://schemas.microsoft.com/office/drawing/2014/main" id="{9EB73C38-AE3B-108A-9FC8-295E5E8C530C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pic>
        <p:nvPicPr>
          <p:cNvPr id="2" name="Graphic 1">
            <a:extLst>
              <a:ext uri="{FF2B5EF4-FFF2-40B4-BE49-F238E27FC236}">
                <a16:creationId xmlns:a16="http://schemas.microsoft.com/office/drawing/2014/main" id="{561E534A-69F6-B1A3-24E7-9142C3EB8D7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01439" y="6413850"/>
            <a:ext cx="2135345" cy="16897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17AAD12-2BF6-A555-A216-D3FB1B197F32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3375" y="336035"/>
            <a:ext cx="1776779" cy="126268"/>
          </a:xfrm>
          <a:prstGeom prst="rect">
            <a:avLst/>
          </a:prstGeom>
        </p:spPr>
      </p:pic>
      <p:sp>
        <p:nvSpPr>
          <p:cNvPr id="5" name="hcSlideMaster.Content 2Header" descr="Classification: Public">
            <a:extLst>
              <a:ext uri="{FF2B5EF4-FFF2-40B4-BE49-F238E27FC236}">
                <a16:creationId xmlns:a16="http://schemas.microsoft.com/office/drawing/2014/main" id="{EFE4EED5-4418-11FC-1DF7-B63912C797DF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008000"/>
                </a:solidFill>
                <a:latin typeface="Microsoft Sans Serif" panose="020B0604020202020204" pitchFamily="34" charset="0"/>
              </a:rPr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3697970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55BE10B0-7D06-3774-CE14-749E435E73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350" y="849278"/>
            <a:ext cx="11727202" cy="84150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title style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B86191-9A58-B154-648C-603062C210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B1DB5C-CBD1-46F1-83D6-F5AA23577CB7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85254999-0687-9882-5AD2-9787176AA3A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5651" y="1783834"/>
            <a:ext cx="3560323" cy="4427525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800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Click here to edit subheading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CEC5A13-BD8A-5C44-99F9-90183704A03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40679" y="1794295"/>
            <a:ext cx="7818922" cy="4382668"/>
          </a:xfrm>
        </p:spPr>
        <p:txBody>
          <a:bodyPr numCol="2" spcCol="252000"/>
          <a:lstStyle>
            <a:lvl1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here to edit content text</a:t>
            </a:r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8E911B2-5E5F-B0B6-39C1-E7365BD2CA74}"/>
              </a:ext>
            </a:extLst>
          </p:cNvPr>
          <p:cNvGrpSpPr/>
          <p:nvPr userDrawn="1"/>
        </p:nvGrpSpPr>
        <p:grpSpPr>
          <a:xfrm>
            <a:off x="11084199" y="316456"/>
            <a:ext cx="761726" cy="157980"/>
            <a:chOff x="9242701" y="249950"/>
            <a:chExt cx="652960" cy="135423"/>
          </a:xfrm>
        </p:grpSpPr>
        <p:sp>
          <p:nvSpPr>
            <p:cNvPr id="15" name="object 11">
              <a:extLst>
                <a:ext uri="{FF2B5EF4-FFF2-40B4-BE49-F238E27FC236}">
                  <a16:creationId xmlns:a16="http://schemas.microsoft.com/office/drawing/2014/main" id="{A0AD5596-5949-C51A-6A23-894B5E4D07CC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16" name="object 12">
              <a:extLst>
                <a:ext uri="{FF2B5EF4-FFF2-40B4-BE49-F238E27FC236}">
                  <a16:creationId xmlns:a16="http://schemas.microsoft.com/office/drawing/2014/main" id="{97B8DFC4-70D5-CDE7-7C15-B3E1270C90F0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17" name="object 13">
                <a:extLst>
                  <a:ext uri="{FF2B5EF4-FFF2-40B4-BE49-F238E27FC236}">
                    <a16:creationId xmlns:a16="http://schemas.microsoft.com/office/drawing/2014/main" id="{CE67B112-2CAF-83BE-F90B-6E34C0063830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8" name="object 14">
                <a:extLst>
                  <a:ext uri="{FF2B5EF4-FFF2-40B4-BE49-F238E27FC236}">
                    <a16:creationId xmlns:a16="http://schemas.microsoft.com/office/drawing/2014/main" id="{71CFF4BE-368B-4E16-BD10-B17CDBB604F5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19" name="object 15">
                <a:extLst>
                  <a:ext uri="{FF2B5EF4-FFF2-40B4-BE49-F238E27FC236}">
                    <a16:creationId xmlns:a16="http://schemas.microsoft.com/office/drawing/2014/main" id="{F8F18842-BE90-BB91-20CA-6BA95DA8D919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4819D38D-91FB-FD21-94E8-8E11DC131A76}"/>
              </a:ext>
            </a:extLst>
          </p:cNvPr>
          <p:cNvSpPr txBox="1"/>
          <p:nvPr userDrawn="1"/>
        </p:nvSpPr>
        <p:spPr>
          <a:xfrm>
            <a:off x="437243" y="6373603"/>
            <a:ext cx="6098874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600" spc="-20" baseline="0">
                <a:solidFill>
                  <a:schemeClr val="tx2"/>
                </a:solidFill>
                <a:effectLst/>
              </a:rPr>
              <a:t>© Copyright 2023 Tata Technologies. All rights reserved. All other trademarks are trademarks of their respective owners.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9DF705A0-4F58-DAFA-E71F-52335FF6950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01439" y="6413850"/>
            <a:ext cx="2135345" cy="16897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8CB1C1F-7889-0AD0-8E08-5D50F589E528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3375" y="336035"/>
            <a:ext cx="1776779" cy="126268"/>
          </a:xfrm>
          <a:prstGeom prst="rect">
            <a:avLst/>
          </a:prstGeom>
        </p:spPr>
      </p:pic>
      <p:sp>
        <p:nvSpPr>
          <p:cNvPr id="5" name="hcSlideMaster.Content 3Header" descr="Classification: Public">
            <a:extLst>
              <a:ext uri="{FF2B5EF4-FFF2-40B4-BE49-F238E27FC236}">
                <a16:creationId xmlns:a16="http://schemas.microsoft.com/office/drawing/2014/main" id="{DC3B08AF-5517-1716-92D6-1D29BB93D475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008000"/>
                </a:solidFill>
                <a:latin typeface="Microsoft Sans Serif" panose="020B0604020202020204" pitchFamily="34" charset="0"/>
              </a:rPr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41520308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ke out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EFBFD70-3C18-2321-162F-A711ABA78D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B1DB5C-CBD1-46F1-83D6-F5AA23577CB7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89E9659-1D0B-CF86-9FED-50BD26FC69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350" y="849278"/>
            <a:ext cx="11727202" cy="84150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title style</a:t>
            </a:r>
            <a:endParaRPr lang="en-US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080D7D7F-D2F3-5979-C17B-19BAF4DAC8F2}"/>
              </a:ext>
            </a:extLst>
          </p:cNvPr>
          <p:cNvSpPr txBox="1">
            <a:spLocks/>
          </p:cNvSpPr>
          <p:nvPr userDrawn="1"/>
        </p:nvSpPr>
        <p:spPr>
          <a:xfrm>
            <a:off x="1" y="6356350"/>
            <a:ext cx="4913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4B1DB5C-CBD1-46F1-83D6-F5AA23577CB7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6E7E9FA-85B4-12C7-0FDF-DEBDEB1B4CE4}"/>
              </a:ext>
            </a:extLst>
          </p:cNvPr>
          <p:cNvGrpSpPr/>
          <p:nvPr userDrawn="1"/>
        </p:nvGrpSpPr>
        <p:grpSpPr>
          <a:xfrm>
            <a:off x="11084199" y="316456"/>
            <a:ext cx="761726" cy="157980"/>
            <a:chOff x="9242701" y="249950"/>
            <a:chExt cx="652960" cy="135423"/>
          </a:xfrm>
        </p:grpSpPr>
        <p:sp>
          <p:nvSpPr>
            <p:cNvPr id="10" name="object 11">
              <a:extLst>
                <a:ext uri="{FF2B5EF4-FFF2-40B4-BE49-F238E27FC236}">
                  <a16:creationId xmlns:a16="http://schemas.microsoft.com/office/drawing/2014/main" id="{791F26EF-DFB3-F37F-C87D-CA4927C7BF47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11" name="object 12">
              <a:extLst>
                <a:ext uri="{FF2B5EF4-FFF2-40B4-BE49-F238E27FC236}">
                  <a16:creationId xmlns:a16="http://schemas.microsoft.com/office/drawing/2014/main" id="{381157A6-A31D-EACE-3441-81D11B73F7BB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12" name="object 13">
                <a:extLst>
                  <a:ext uri="{FF2B5EF4-FFF2-40B4-BE49-F238E27FC236}">
                    <a16:creationId xmlns:a16="http://schemas.microsoft.com/office/drawing/2014/main" id="{889F5034-608B-43D1-2219-4069A24E9349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3" name="object 14">
                <a:extLst>
                  <a:ext uri="{FF2B5EF4-FFF2-40B4-BE49-F238E27FC236}">
                    <a16:creationId xmlns:a16="http://schemas.microsoft.com/office/drawing/2014/main" id="{0EE9E59B-EA70-021F-BA18-5250F882005E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14" name="object 15">
                <a:extLst>
                  <a:ext uri="{FF2B5EF4-FFF2-40B4-BE49-F238E27FC236}">
                    <a16:creationId xmlns:a16="http://schemas.microsoft.com/office/drawing/2014/main" id="{5C24D282-AFA5-AA9F-290C-0129881396FB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5AF80E21-DCAA-A4DC-1BC8-3F45BDE06C2F}"/>
              </a:ext>
            </a:extLst>
          </p:cNvPr>
          <p:cNvSpPr txBox="1"/>
          <p:nvPr userDrawn="1"/>
        </p:nvSpPr>
        <p:spPr>
          <a:xfrm>
            <a:off x="437243" y="6373603"/>
            <a:ext cx="6098874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600" spc="-20" baseline="0">
                <a:solidFill>
                  <a:schemeClr val="tx2"/>
                </a:solidFill>
                <a:effectLst/>
              </a:rPr>
              <a:t>© Copyright 2023 Tata Technologies. All rights reserved. All other trademarks are trademarks of their respective owners.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DEF5E465-E4ED-EDB7-0083-F505564752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28350" y="2808219"/>
            <a:ext cx="2532103" cy="715648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8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Click here to edit subheading</a:t>
            </a:r>
            <a:endParaRPr lang="en-US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9C4A0E54-C613-0614-1B01-5D71CD08A78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2399" y="3541120"/>
            <a:ext cx="2528054" cy="2467602"/>
          </a:xfrm>
        </p:spPr>
        <p:txBody>
          <a:bodyPr numCol="1" spcCol="25200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here to edit content text</a:t>
            </a:r>
            <a:endParaRPr lang="en-US"/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54C69781-3C86-7EE4-BEDE-9A80D9BEAF1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109573" y="2808219"/>
            <a:ext cx="2532103" cy="715648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8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Click here to edit subheading</a:t>
            </a:r>
            <a:endParaRPr lang="en-US"/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F12380BF-CFDD-4C25-D4C1-05CD64472A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113622" y="3541120"/>
            <a:ext cx="2528054" cy="2467602"/>
          </a:xfrm>
        </p:spPr>
        <p:txBody>
          <a:bodyPr numCol="1" spcCol="25200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here to edit content text</a:t>
            </a:r>
            <a:endParaRPr lang="en-US"/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DAADA72E-0088-1615-8AB0-948F1A0424F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985047" y="2808219"/>
            <a:ext cx="2532103" cy="715648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8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Click here to edit subheading</a:t>
            </a:r>
            <a:endParaRPr lang="en-US"/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9AAB3673-5B1E-96B4-5E48-A71D5A2798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89096" y="3541120"/>
            <a:ext cx="2528054" cy="2467602"/>
          </a:xfrm>
        </p:spPr>
        <p:txBody>
          <a:bodyPr numCol="1" spcCol="25200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here to edit content text</a:t>
            </a:r>
            <a:endParaRPr lang="en-US"/>
          </a:p>
        </p:txBody>
      </p:sp>
      <p:sp>
        <p:nvSpPr>
          <p:cNvPr id="27" name="Text Placeholder 6">
            <a:extLst>
              <a:ext uri="{FF2B5EF4-FFF2-40B4-BE49-F238E27FC236}">
                <a16:creationId xmlns:a16="http://schemas.microsoft.com/office/drawing/2014/main" id="{9DA7CE95-6E1B-0FC3-8E25-3748608A500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860521" y="2808219"/>
            <a:ext cx="2532103" cy="715648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8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Click here to edit subheading</a:t>
            </a:r>
            <a:endParaRPr lang="en-US"/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B071E666-91CE-7443-908F-96E3946051D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864570" y="3541120"/>
            <a:ext cx="2528054" cy="2467602"/>
          </a:xfrm>
        </p:spPr>
        <p:txBody>
          <a:bodyPr numCol="1" spcCol="25200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here to edit content text</a:t>
            </a:r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E8E4974-2CD6-68F7-AEE0-50B0BC6EFA0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01439" y="6413850"/>
            <a:ext cx="2135345" cy="16897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0945D07-70C3-A3AE-FA39-8C7ABD483361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3375" y="336035"/>
            <a:ext cx="1776779" cy="126268"/>
          </a:xfrm>
          <a:prstGeom prst="rect">
            <a:avLst/>
          </a:prstGeom>
        </p:spPr>
      </p:pic>
      <p:sp>
        <p:nvSpPr>
          <p:cNvPr id="6" name="hcSlideMaster.Take out contentHeader" descr="Classification: Public">
            <a:extLst>
              <a:ext uri="{FF2B5EF4-FFF2-40B4-BE49-F238E27FC236}">
                <a16:creationId xmlns:a16="http://schemas.microsoft.com/office/drawing/2014/main" id="{B699A797-FBBD-B006-33EB-7FB3A43AD61D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008000"/>
                </a:solidFill>
                <a:latin typeface="Microsoft Sans Serif" panose="020B0604020202020204" pitchFamily="34" charset="0"/>
              </a:rPr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3089627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661BEA34-6380-0E3E-8E99-74ED24343D80}"/>
              </a:ext>
            </a:extLst>
          </p:cNvPr>
          <p:cNvGrpSpPr/>
          <p:nvPr userDrawn="1"/>
        </p:nvGrpSpPr>
        <p:grpSpPr>
          <a:xfrm>
            <a:off x="333375" y="333374"/>
            <a:ext cx="1776779" cy="130175"/>
            <a:chOff x="264578" y="264386"/>
            <a:chExt cx="1493508" cy="106542"/>
          </a:xfrm>
        </p:grpSpPr>
        <p:sp>
          <p:nvSpPr>
            <p:cNvPr id="18" name="object 9">
              <a:extLst>
                <a:ext uri="{FF2B5EF4-FFF2-40B4-BE49-F238E27FC236}">
                  <a16:creationId xmlns:a16="http://schemas.microsoft.com/office/drawing/2014/main" id="{4D76207C-F4D8-B3AC-A9B7-2553275C79CB}"/>
                </a:ext>
              </a:extLst>
            </p:cNvPr>
            <p:cNvSpPr/>
            <p:nvPr/>
          </p:nvSpPr>
          <p:spPr>
            <a:xfrm>
              <a:off x="264578" y="2662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37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31" y="59690"/>
                  </a:lnTo>
                  <a:lnTo>
                    <a:pt x="58331" y="203200"/>
                  </a:lnTo>
                  <a:lnTo>
                    <a:pt x="140335" y="203200"/>
                  </a:lnTo>
                  <a:lnTo>
                    <a:pt x="140335" y="59690"/>
                  </a:lnTo>
                  <a:lnTo>
                    <a:pt x="196837" y="59690"/>
                  </a:lnTo>
                  <a:lnTo>
                    <a:pt x="196837" y="0"/>
                  </a:lnTo>
                  <a:close/>
                </a:path>
                <a:path w="817880" h="203834">
                  <a:moveTo>
                    <a:pt x="418274" y="203225"/>
                  </a:moveTo>
                  <a:lnTo>
                    <a:pt x="338988" y="0"/>
                  </a:lnTo>
                  <a:lnTo>
                    <a:pt x="253326" y="0"/>
                  </a:lnTo>
                  <a:lnTo>
                    <a:pt x="175882" y="203225"/>
                  </a:lnTo>
                  <a:lnTo>
                    <a:pt x="254241" y="203225"/>
                  </a:lnTo>
                  <a:lnTo>
                    <a:pt x="296164" y="82016"/>
                  </a:lnTo>
                  <a:lnTo>
                    <a:pt x="338074" y="203225"/>
                  </a:lnTo>
                  <a:lnTo>
                    <a:pt x="418274" y="203225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54" y="59690"/>
                  </a:lnTo>
                  <a:lnTo>
                    <a:pt x="457454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25"/>
                  </a:moveTo>
                  <a:lnTo>
                    <a:pt x="738136" y="0"/>
                  </a:lnTo>
                  <a:lnTo>
                    <a:pt x="652462" y="0"/>
                  </a:lnTo>
                  <a:lnTo>
                    <a:pt x="575005" y="203225"/>
                  </a:lnTo>
                  <a:lnTo>
                    <a:pt x="654291" y="203225"/>
                  </a:lnTo>
                  <a:lnTo>
                    <a:pt x="695299" y="82016"/>
                  </a:lnTo>
                  <a:lnTo>
                    <a:pt x="737196" y="203225"/>
                  </a:lnTo>
                  <a:lnTo>
                    <a:pt x="817397" y="203225"/>
                  </a:lnTo>
                  <a:close/>
                </a:path>
              </a:pathLst>
            </a:custGeom>
            <a:solidFill>
              <a:srgbClr val="1268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0">
              <a:extLst>
                <a:ext uri="{FF2B5EF4-FFF2-40B4-BE49-F238E27FC236}">
                  <a16:creationId xmlns:a16="http://schemas.microsoft.com/office/drawing/2014/main" id="{F41F7ABA-A9EC-0FCE-4387-D92B0722268F}"/>
                </a:ext>
              </a:extLst>
            </p:cNvPr>
            <p:cNvSpPr/>
            <p:nvPr/>
          </p:nvSpPr>
          <p:spPr>
            <a:xfrm>
              <a:off x="729249" y="264386"/>
              <a:ext cx="1028837" cy="106542"/>
            </a:xfrm>
            <a:custGeom>
              <a:avLst/>
              <a:gdLst/>
              <a:ahLst/>
              <a:cxnLst/>
              <a:rect l="l" t="t" r="r" b="b"/>
              <a:pathLst>
                <a:path w="2035810" h="210820">
                  <a:moveTo>
                    <a:pt x="1345016" y="0"/>
                  </a:moveTo>
                  <a:lnTo>
                    <a:pt x="1306228" y="8334"/>
                  </a:lnTo>
                  <a:lnTo>
                    <a:pt x="1275982" y="30420"/>
                  </a:lnTo>
                  <a:lnTo>
                    <a:pt x="1256329" y="63952"/>
                  </a:lnTo>
                  <a:lnTo>
                    <a:pt x="1249323" y="106625"/>
                  </a:lnTo>
                  <a:lnTo>
                    <a:pt x="1255918" y="148224"/>
                  </a:lnTo>
                  <a:lnTo>
                    <a:pt x="1274733" y="181110"/>
                  </a:lnTo>
                  <a:lnTo>
                    <a:pt x="1304311" y="202722"/>
                  </a:lnTo>
                  <a:lnTo>
                    <a:pt x="1343194" y="210496"/>
                  </a:lnTo>
                  <a:lnTo>
                    <a:pt x="1345016" y="210496"/>
                  </a:lnTo>
                  <a:lnTo>
                    <a:pt x="1345016" y="180423"/>
                  </a:lnTo>
                  <a:lnTo>
                    <a:pt x="1321195" y="174514"/>
                  </a:lnTo>
                  <a:lnTo>
                    <a:pt x="1303439" y="158440"/>
                  </a:lnTo>
                  <a:lnTo>
                    <a:pt x="1292346" y="134677"/>
                  </a:lnTo>
                  <a:lnTo>
                    <a:pt x="1288637" y="106625"/>
                  </a:lnTo>
                  <a:lnTo>
                    <a:pt x="1288629" y="104792"/>
                  </a:lnTo>
                  <a:lnTo>
                    <a:pt x="1292091" y="76971"/>
                  </a:lnTo>
                  <a:lnTo>
                    <a:pt x="1302760" y="52853"/>
                  </a:lnTo>
                  <a:lnTo>
                    <a:pt x="1320431" y="36251"/>
                  </a:lnTo>
                  <a:lnTo>
                    <a:pt x="1345016" y="30072"/>
                  </a:lnTo>
                  <a:lnTo>
                    <a:pt x="1345016" y="0"/>
                  </a:lnTo>
                  <a:close/>
                </a:path>
                <a:path w="2035810" h="210820">
                  <a:moveTo>
                    <a:pt x="1346817" y="0"/>
                  </a:moveTo>
                  <a:lnTo>
                    <a:pt x="1345016" y="0"/>
                  </a:lnTo>
                  <a:lnTo>
                    <a:pt x="1345016" y="30072"/>
                  </a:lnTo>
                  <a:lnTo>
                    <a:pt x="1369601" y="36365"/>
                  </a:lnTo>
                  <a:lnTo>
                    <a:pt x="1387273" y="53080"/>
                  </a:lnTo>
                  <a:lnTo>
                    <a:pt x="1397941" y="76971"/>
                  </a:lnTo>
                  <a:lnTo>
                    <a:pt x="1401283" y="102970"/>
                  </a:lnTo>
                  <a:lnTo>
                    <a:pt x="1401404" y="105703"/>
                  </a:lnTo>
                  <a:lnTo>
                    <a:pt x="1397814" y="134681"/>
                  </a:lnTo>
                  <a:lnTo>
                    <a:pt x="1386935" y="158671"/>
                  </a:lnTo>
                  <a:lnTo>
                    <a:pt x="1369221" y="174630"/>
                  </a:lnTo>
                  <a:lnTo>
                    <a:pt x="1345016" y="180423"/>
                  </a:lnTo>
                  <a:lnTo>
                    <a:pt x="1345016" y="210496"/>
                  </a:lnTo>
                  <a:lnTo>
                    <a:pt x="1383558" y="202921"/>
                  </a:lnTo>
                  <a:lnTo>
                    <a:pt x="1414161" y="182020"/>
                  </a:lnTo>
                  <a:lnTo>
                    <a:pt x="1434342" y="148475"/>
                  </a:lnTo>
                  <a:lnTo>
                    <a:pt x="1441621" y="102970"/>
                  </a:lnTo>
                  <a:lnTo>
                    <a:pt x="1435140" y="62280"/>
                  </a:lnTo>
                  <a:lnTo>
                    <a:pt x="1416439" y="29618"/>
                  </a:lnTo>
                  <a:lnTo>
                    <a:pt x="1386628" y="7888"/>
                  </a:lnTo>
                  <a:lnTo>
                    <a:pt x="1346817" y="0"/>
                  </a:lnTo>
                  <a:close/>
                </a:path>
                <a:path w="2035810" h="210820">
                  <a:moveTo>
                    <a:pt x="1581030" y="921"/>
                  </a:moveTo>
                  <a:lnTo>
                    <a:pt x="1535065" y="8480"/>
                  </a:lnTo>
                  <a:lnTo>
                    <a:pt x="1499699" y="29962"/>
                  </a:lnTo>
                  <a:lnTo>
                    <a:pt x="1476978" y="63577"/>
                  </a:lnTo>
                  <a:lnTo>
                    <a:pt x="1468950" y="107535"/>
                  </a:lnTo>
                  <a:lnTo>
                    <a:pt x="1470395" y="129457"/>
                  </a:lnTo>
                  <a:lnTo>
                    <a:pt x="1484568" y="167493"/>
                  </a:lnTo>
                  <a:lnTo>
                    <a:pt x="1512009" y="194199"/>
                  </a:lnTo>
                  <a:lnTo>
                    <a:pt x="1552023" y="207875"/>
                  </a:lnTo>
                  <a:lnTo>
                    <a:pt x="1576475" y="209585"/>
                  </a:lnTo>
                  <a:lnTo>
                    <a:pt x="1595956" y="208373"/>
                  </a:lnTo>
                  <a:lnTo>
                    <a:pt x="1614063" y="205368"/>
                  </a:lnTo>
                  <a:lnTo>
                    <a:pt x="1629778" y="201510"/>
                  </a:lnTo>
                  <a:lnTo>
                    <a:pt x="1642086" y="197742"/>
                  </a:lnTo>
                  <a:lnTo>
                    <a:pt x="1642086" y="178612"/>
                  </a:lnTo>
                  <a:lnTo>
                    <a:pt x="1577376" y="178612"/>
                  </a:lnTo>
                  <a:lnTo>
                    <a:pt x="1548595" y="173612"/>
                  </a:lnTo>
                  <a:lnTo>
                    <a:pt x="1526134" y="159128"/>
                  </a:lnTo>
                  <a:lnTo>
                    <a:pt x="1511530" y="135931"/>
                  </a:lnTo>
                  <a:lnTo>
                    <a:pt x="1506320" y="104792"/>
                  </a:lnTo>
                  <a:lnTo>
                    <a:pt x="1511842" y="73797"/>
                  </a:lnTo>
                  <a:lnTo>
                    <a:pt x="1527270" y="50917"/>
                  </a:lnTo>
                  <a:lnTo>
                    <a:pt x="1550901" y="36749"/>
                  </a:lnTo>
                  <a:lnTo>
                    <a:pt x="1581030" y="31894"/>
                  </a:lnTo>
                  <a:lnTo>
                    <a:pt x="1629976" y="31894"/>
                  </a:lnTo>
                  <a:lnTo>
                    <a:pt x="1635698" y="10931"/>
                  </a:lnTo>
                  <a:lnTo>
                    <a:pt x="1626517" y="7445"/>
                  </a:lnTo>
                  <a:lnTo>
                    <a:pt x="1614175" y="4218"/>
                  </a:lnTo>
                  <a:lnTo>
                    <a:pt x="1598928" y="1845"/>
                  </a:lnTo>
                  <a:lnTo>
                    <a:pt x="1581030" y="921"/>
                  </a:lnTo>
                  <a:close/>
                </a:path>
                <a:path w="2035810" h="210820">
                  <a:moveTo>
                    <a:pt x="1642086" y="94771"/>
                  </a:moveTo>
                  <a:lnTo>
                    <a:pt x="1570098" y="94771"/>
                  </a:lnTo>
                  <a:lnTo>
                    <a:pt x="1570098" y="123922"/>
                  </a:lnTo>
                  <a:lnTo>
                    <a:pt x="1605636" y="123922"/>
                  </a:lnTo>
                  <a:lnTo>
                    <a:pt x="1605636" y="174958"/>
                  </a:lnTo>
                  <a:lnTo>
                    <a:pt x="1601216" y="176302"/>
                  </a:lnTo>
                  <a:lnTo>
                    <a:pt x="1594918" y="177472"/>
                  </a:lnTo>
                  <a:lnTo>
                    <a:pt x="1586914" y="178299"/>
                  </a:lnTo>
                  <a:lnTo>
                    <a:pt x="1577376" y="178612"/>
                  </a:lnTo>
                  <a:lnTo>
                    <a:pt x="1642086" y="178612"/>
                  </a:lnTo>
                  <a:lnTo>
                    <a:pt x="1642086" y="94771"/>
                  </a:lnTo>
                  <a:close/>
                </a:path>
                <a:path w="2035810" h="210820">
                  <a:moveTo>
                    <a:pt x="1629976" y="31894"/>
                  </a:moveTo>
                  <a:lnTo>
                    <a:pt x="1581030" y="31894"/>
                  </a:lnTo>
                  <a:lnTo>
                    <a:pt x="1595462" y="32550"/>
                  </a:lnTo>
                  <a:lnTo>
                    <a:pt x="1607672" y="34403"/>
                  </a:lnTo>
                  <a:lnTo>
                    <a:pt x="1618176" y="37279"/>
                  </a:lnTo>
                  <a:lnTo>
                    <a:pt x="1627489" y="41003"/>
                  </a:lnTo>
                  <a:lnTo>
                    <a:pt x="1629976" y="31894"/>
                  </a:lnTo>
                  <a:close/>
                </a:path>
                <a:path w="2035810" h="210820">
                  <a:moveTo>
                    <a:pt x="1716816" y="3643"/>
                  </a:moveTo>
                  <a:lnTo>
                    <a:pt x="1679435" y="3643"/>
                  </a:lnTo>
                  <a:lnTo>
                    <a:pt x="1679435" y="206862"/>
                  </a:lnTo>
                  <a:lnTo>
                    <a:pt x="1716816" y="206862"/>
                  </a:lnTo>
                  <a:lnTo>
                    <a:pt x="1716816" y="3643"/>
                  </a:lnTo>
                  <a:close/>
                </a:path>
                <a:path w="2035810" h="210820">
                  <a:moveTo>
                    <a:pt x="1871733" y="3633"/>
                  </a:moveTo>
                  <a:lnTo>
                    <a:pt x="1753255" y="3633"/>
                  </a:lnTo>
                  <a:lnTo>
                    <a:pt x="1753255" y="206862"/>
                  </a:lnTo>
                  <a:lnTo>
                    <a:pt x="1876267" y="206862"/>
                  </a:lnTo>
                  <a:lnTo>
                    <a:pt x="1876267" y="176790"/>
                  </a:lnTo>
                  <a:lnTo>
                    <a:pt x="1790615" y="176790"/>
                  </a:lnTo>
                  <a:lnTo>
                    <a:pt x="1790615" y="116635"/>
                  </a:lnTo>
                  <a:lnTo>
                    <a:pt x="1867157" y="116635"/>
                  </a:lnTo>
                  <a:lnTo>
                    <a:pt x="1867157" y="86573"/>
                  </a:lnTo>
                  <a:lnTo>
                    <a:pt x="1790615" y="86573"/>
                  </a:lnTo>
                  <a:lnTo>
                    <a:pt x="1790615" y="33716"/>
                  </a:lnTo>
                  <a:lnTo>
                    <a:pt x="1871733" y="33716"/>
                  </a:lnTo>
                  <a:lnTo>
                    <a:pt x="1871733" y="3633"/>
                  </a:lnTo>
                  <a:close/>
                </a:path>
                <a:path w="2035810" h="210820">
                  <a:moveTo>
                    <a:pt x="1911816" y="166759"/>
                  </a:moveTo>
                  <a:lnTo>
                    <a:pt x="1927197" y="206506"/>
                  </a:lnTo>
                  <a:lnTo>
                    <a:pt x="1958285" y="210496"/>
                  </a:lnTo>
                  <a:lnTo>
                    <a:pt x="1992682" y="205568"/>
                  </a:lnTo>
                  <a:lnTo>
                    <a:pt x="2016829" y="192266"/>
                  </a:lnTo>
                  <a:lnTo>
                    <a:pt x="2026166" y="179512"/>
                  </a:lnTo>
                  <a:lnTo>
                    <a:pt x="1961018" y="179512"/>
                  </a:lnTo>
                  <a:lnTo>
                    <a:pt x="1946930" y="178415"/>
                  </a:lnTo>
                  <a:lnTo>
                    <a:pt x="1933688" y="175523"/>
                  </a:lnTo>
                  <a:lnTo>
                    <a:pt x="1921811" y="171437"/>
                  </a:lnTo>
                  <a:lnTo>
                    <a:pt x="1911816" y="166759"/>
                  </a:lnTo>
                  <a:close/>
                </a:path>
                <a:path w="2035810" h="210820">
                  <a:moveTo>
                    <a:pt x="1978337" y="0"/>
                  </a:moveTo>
                  <a:lnTo>
                    <a:pt x="1948633" y="4498"/>
                  </a:lnTo>
                  <a:lnTo>
                    <a:pt x="1925938" y="16855"/>
                  </a:lnTo>
                  <a:lnTo>
                    <a:pt x="1911446" y="35365"/>
                  </a:lnTo>
                  <a:lnTo>
                    <a:pt x="1906350" y="58322"/>
                  </a:lnTo>
                  <a:lnTo>
                    <a:pt x="1910294" y="78209"/>
                  </a:lnTo>
                  <a:lnTo>
                    <a:pt x="1921500" y="94425"/>
                  </a:lnTo>
                  <a:lnTo>
                    <a:pt x="1939025" y="107395"/>
                  </a:lnTo>
                  <a:lnTo>
                    <a:pt x="1978390" y="124999"/>
                  </a:lnTo>
                  <a:lnTo>
                    <a:pt x="1989723" y="132700"/>
                  </a:lnTo>
                  <a:lnTo>
                    <a:pt x="1996272" y="141252"/>
                  </a:lnTo>
                  <a:lnTo>
                    <a:pt x="1998378" y="151262"/>
                  </a:lnTo>
                  <a:lnTo>
                    <a:pt x="1995880" y="162987"/>
                  </a:lnTo>
                  <a:lnTo>
                    <a:pt x="1988596" y="171886"/>
                  </a:lnTo>
                  <a:lnTo>
                    <a:pt x="1976863" y="177535"/>
                  </a:lnTo>
                  <a:lnTo>
                    <a:pt x="1961018" y="179512"/>
                  </a:lnTo>
                  <a:lnTo>
                    <a:pt x="2026166" y="179512"/>
                  </a:lnTo>
                  <a:lnTo>
                    <a:pt x="2031068" y="172815"/>
                  </a:lnTo>
                  <a:lnTo>
                    <a:pt x="2035739" y="149440"/>
                  </a:lnTo>
                  <a:lnTo>
                    <a:pt x="2032492" y="129135"/>
                  </a:lnTo>
                  <a:lnTo>
                    <a:pt x="2022755" y="112759"/>
                  </a:lnTo>
                  <a:lnTo>
                    <a:pt x="2006531" y="99460"/>
                  </a:lnTo>
                  <a:lnTo>
                    <a:pt x="1983824" y="88384"/>
                  </a:lnTo>
                  <a:lnTo>
                    <a:pt x="1966156" y="81198"/>
                  </a:lnTo>
                  <a:lnTo>
                    <a:pt x="1953962" y="73927"/>
                  </a:lnTo>
                  <a:lnTo>
                    <a:pt x="1946899" y="65458"/>
                  </a:lnTo>
                  <a:lnTo>
                    <a:pt x="1944621" y="54678"/>
                  </a:lnTo>
                  <a:lnTo>
                    <a:pt x="1946555" y="45976"/>
                  </a:lnTo>
                  <a:lnTo>
                    <a:pt x="1952589" y="38386"/>
                  </a:lnTo>
                  <a:lnTo>
                    <a:pt x="1963068" y="33018"/>
                  </a:lnTo>
                  <a:lnTo>
                    <a:pt x="1978337" y="30983"/>
                  </a:lnTo>
                  <a:lnTo>
                    <a:pt x="2021182" y="30983"/>
                  </a:lnTo>
                  <a:lnTo>
                    <a:pt x="2027540" y="10020"/>
                  </a:lnTo>
                  <a:lnTo>
                    <a:pt x="2018444" y="6149"/>
                  </a:lnTo>
                  <a:lnTo>
                    <a:pt x="2007383" y="2960"/>
                  </a:lnTo>
                  <a:lnTo>
                    <a:pt x="1994100" y="797"/>
                  </a:lnTo>
                  <a:lnTo>
                    <a:pt x="1978337" y="0"/>
                  </a:lnTo>
                  <a:close/>
                </a:path>
                <a:path w="2035810" h="210820">
                  <a:moveTo>
                    <a:pt x="2021182" y="30983"/>
                  </a:moveTo>
                  <a:lnTo>
                    <a:pt x="1978337" y="30983"/>
                  </a:lnTo>
                  <a:lnTo>
                    <a:pt x="1991641" y="31894"/>
                  </a:lnTo>
                  <a:lnTo>
                    <a:pt x="2002815" y="34171"/>
                  </a:lnTo>
                  <a:lnTo>
                    <a:pt x="2011771" y="37132"/>
                  </a:lnTo>
                  <a:lnTo>
                    <a:pt x="2018420" y="40093"/>
                  </a:lnTo>
                  <a:lnTo>
                    <a:pt x="2021182" y="30983"/>
                  </a:lnTo>
                  <a:close/>
                </a:path>
                <a:path w="2035810" h="210820">
                  <a:moveTo>
                    <a:pt x="997833" y="0"/>
                  </a:moveTo>
                  <a:lnTo>
                    <a:pt x="959042" y="8334"/>
                  </a:lnTo>
                  <a:lnTo>
                    <a:pt x="928800" y="30420"/>
                  </a:lnTo>
                  <a:lnTo>
                    <a:pt x="909154" y="63952"/>
                  </a:lnTo>
                  <a:lnTo>
                    <a:pt x="902150" y="106625"/>
                  </a:lnTo>
                  <a:lnTo>
                    <a:pt x="908742" y="148224"/>
                  </a:lnTo>
                  <a:lnTo>
                    <a:pt x="927551" y="181110"/>
                  </a:lnTo>
                  <a:lnTo>
                    <a:pt x="957125" y="202722"/>
                  </a:lnTo>
                  <a:lnTo>
                    <a:pt x="996011" y="210496"/>
                  </a:lnTo>
                  <a:lnTo>
                    <a:pt x="997833" y="210496"/>
                  </a:lnTo>
                  <a:lnTo>
                    <a:pt x="997833" y="180423"/>
                  </a:lnTo>
                  <a:lnTo>
                    <a:pt x="974006" y="174514"/>
                  </a:lnTo>
                  <a:lnTo>
                    <a:pt x="956247" y="158440"/>
                  </a:lnTo>
                  <a:lnTo>
                    <a:pt x="945152" y="134677"/>
                  </a:lnTo>
                  <a:lnTo>
                    <a:pt x="941443" y="106625"/>
                  </a:lnTo>
                  <a:lnTo>
                    <a:pt x="941435" y="104792"/>
                  </a:lnTo>
                  <a:lnTo>
                    <a:pt x="944896" y="76971"/>
                  </a:lnTo>
                  <a:lnTo>
                    <a:pt x="955563" y="52853"/>
                  </a:lnTo>
                  <a:lnTo>
                    <a:pt x="973237" y="36251"/>
                  </a:lnTo>
                  <a:lnTo>
                    <a:pt x="997833" y="30072"/>
                  </a:lnTo>
                  <a:lnTo>
                    <a:pt x="997833" y="0"/>
                  </a:lnTo>
                  <a:close/>
                </a:path>
                <a:path w="2035810" h="210820">
                  <a:moveTo>
                    <a:pt x="999644" y="0"/>
                  </a:moveTo>
                  <a:lnTo>
                    <a:pt x="997833" y="0"/>
                  </a:lnTo>
                  <a:lnTo>
                    <a:pt x="997833" y="30072"/>
                  </a:lnTo>
                  <a:lnTo>
                    <a:pt x="1022415" y="36365"/>
                  </a:lnTo>
                  <a:lnTo>
                    <a:pt x="1040079" y="53080"/>
                  </a:lnTo>
                  <a:lnTo>
                    <a:pt x="1050740" y="76971"/>
                  </a:lnTo>
                  <a:lnTo>
                    <a:pt x="1054079" y="102970"/>
                  </a:lnTo>
                  <a:lnTo>
                    <a:pt x="1054200" y="105703"/>
                  </a:lnTo>
                  <a:lnTo>
                    <a:pt x="1050612" y="134681"/>
                  </a:lnTo>
                  <a:lnTo>
                    <a:pt x="1039737" y="158671"/>
                  </a:lnTo>
                  <a:lnTo>
                    <a:pt x="1022031" y="174630"/>
                  </a:lnTo>
                  <a:lnTo>
                    <a:pt x="997833" y="180423"/>
                  </a:lnTo>
                  <a:lnTo>
                    <a:pt x="997833" y="210496"/>
                  </a:lnTo>
                  <a:lnTo>
                    <a:pt x="1036237" y="202921"/>
                  </a:lnTo>
                  <a:lnTo>
                    <a:pt x="1066514" y="182020"/>
                  </a:lnTo>
                  <a:lnTo>
                    <a:pt x="1086367" y="148475"/>
                  </a:lnTo>
                  <a:lnTo>
                    <a:pt x="1093495" y="102970"/>
                  </a:lnTo>
                  <a:lnTo>
                    <a:pt x="1087161" y="62280"/>
                  </a:lnTo>
                  <a:lnTo>
                    <a:pt x="1068782" y="29618"/>
                  </a:lnTo>
                  <a:lnTo>
                    <a:pt x="1039298" y="7888"/>
                  </a:lnTo>
                  <a:lnTo>
                    <a:pt x="999644" y="0"/>
                  </a:lnTo>
                  <a:close/>
                </a:path>
                <a:path w="2035810" h="210820">
                  <a:moveTo>
                    <a:pt x="1162760" y="3633"/>
                  </a:moveTo>
                  <a:lnTo>
                    <a:pt x="1125389" y="3633"/>
                  </a:lnTo>
                  <a:lnTo>
                    <a:pt x="1125389" y="206862"/>
                  </a:lnTo>
                  <a:lnTo>
                    <a:pt x="1246590" y="206862"/>
                  </a:lnTo>
                  <a:lnTo>
                    <a:pt x="1246590" y="175868"/>
                  </a:lnTo>
                  <a:lnTo>
                    <a:pt x="1162760" y="175868"/>
                  </a:lnTo>
                  <a:lnTo>
                    <a:pt x="1162760" y="3633"/>
                  </a:lnTo>
                  <a:close/>
                </a:path>
                <a:path w="2035810" h="210820">
                  <a:moveTo>
                    <a:pt x="95682" y="34627"/>
                  </a:moveTo>
                  <a:lnTo>
                    <a:pt x="58322" y="34627"/>
                  </a:lnTo>
                  <a:lnTo>
                    <a:pt x="58322" y="206862"/>
                  </a:lnTo>
                  <a:lnTo>
                    <a:pt x="95682" y="206862"/>
                  </a:lnTo>
                  <a:lnTo>
                    <a:pt x="95682" y="34627"/>
                  </a:lnTo>
                  <a:close/>
                </a:path>
                <a:path w="2035810" h="210820">
                  <a:moveTo>
                    <a:pt x="153995" y="3633"/>
                  </a:moveTo>
                  <a:lnTo>
                    <a:pt x="0" y="3633"/>
                  </a:lnTo>
                  <a:lnTo>
                    <a:pt x="0" y="34627"/>
                  </a:lnTo>
                  <a:lnTo>
                    <a:pt x="153995" y="34627"/>
                  </a:lnTo>
                  <a:lnTo>
                    <a:pt x="153995" y="3633"/>
                  </a:lnTo>
                  <a:close/>
                </a:path>
                <a:path w="2035810" h="210820">
                  <a:moveTo>
                    <a:pt x="302535" y="3633"/>
                  </a:moveTo>
                  <a:lnTo>
                    <a:pt x="184078" y="3633"/>
                  </a:lnTo>
                  <a:lnTo>
                    <a:pt x="184078" y="206862"/>
                  </a:lnTo>
                  <a:lnTo>
                    <a:pt x="307090" y="206862"/>
                  </a:lnTo>
                  <a:lnTo>
                    <a:pt x="307090" y="176790"/>
                  </a:lnTo>
                  <a:lnTo>
                    <a:pt x="220527" y="176790"/>
                  </a:lnTo>
                  <a:lnTo>
                    <a:pt x="220527" y="116635"/>
                  </a:lnTo>
                  <a:lnTo>
                    <a:pt x="297980" y="116635"/>
                  </a:lnTo>
                  <a:lnTo>
                    <a:pt x="297980" y="86573"/>
                  </a:lnTo>
                  <a:lnTo>
                    <a:pt x="220527" y="86573"/>
                  </a:lnTo>
                  <a:lnTo>
                    <a:pt x="220527" y="33716"/>
                  </a:lnTo>
                  <a:lnTo>
                    <a:pt x="302535" y="33716"/>
                  </a:lnTo>
                  <a:lnTo>
                    <a:pt x="302535" y="3633"/>
                  </a:lnTo>
                  <a:close/>
                </a:path>
                <a:path w="2035810" h="210820">
                  <a:moveTo>
                    <a:pt x="438321" y="0"/>
                  </a:moveTo>
                  <a:lnTo>
                    <a:pt x="394708" y="7446"/>
                  </a:lnTo>
                  <a:lnTo>
                    <a:pt x="360063" y="28818"/>
                  </a:lnTo>
                  <a:lnTo>
                    <a:pt x="337208" y="62665"/>
                  </a:lnTo>
                  <a:lnTo>
                    <a:pt x="328963" y="107535"/>
                  </a:lnTo>
                  <a:lnTo>
                    <a:pt x="336096" y="149761"/>
                  </a:lnTo>
                  <a:lnTo>
                    <a:pt x="356642" y="182249"/>
                  </a:lnTo>
                  <a:lnTo>
                    <a:pt x="389318" y="203121"/>
                  </a:lnTo>
                  <a:lnTo>
                    <a:pt x="432845" y="210496"/>
                  </a:lnTo>
                  <a:lnTo>
                    <a:pt x="450198" y="209713"/>
                  </a:lnTo>
                  <a:lnTo>
                    <a:pt x="465077" y="207649"/>
                  </a:lnTo>
                  <a:lnTo>
                    <a:pt x="477054" y="204731"/>
                  </a:lnTo>
                  <a:lnTo>
                    <a:pt x="485702" y="201386"/>
                  </a:lnTo>
                  <a:lnTo>
                    <a:pt x="481056" y="179512"/>
                  </a:lnTo>
                  <a:lnTo>
                    <a:pt x="439222" y="179512"/>
                  </a:lnTo>
                  <a:lnTo>
                    <a:pt x="409280" y="174258"/>
                  </a:lnTo>
                  <a:lnTo>
                    <a:pt x="386941" y="159351"/>
                  </a:lnTo>
                  <a:lnTo>
                    <a:pt x="372972" y="136072"/>
                  </a:lnTo>
                  <a:lnTo>
                    <a:pt x="368145" y="105703"/>
                  </a:lnTo>
                  <a:lnTo>
                    <a:pt x="373486" y="73266"/>
                  </a:lnTo>
                  <a:lnTo>
                    <a:pt x="388311" y="49888"/>
                  </a:lnTo>
                  <a:lnTo>
                    <a:pt x="410822" y="35737"/>
                  </a:lnTo>
                  <a:lnTo>
                    <a:pt x="439222" y="30983"/>
                  </a:lnTo>
                  <a:lnTo>
                    <a:pt x="481549" y="30983"/>
                  </a:lnTo>
                  <a:lnTo>
                    <a:pt x="487513" y="9120"/>
                  </a:lnTo>
                  <a:lnTo>
                    <a:pt x="480211" y="6153"/>
                  </a:lnTo>
                  <a:lnTo>
                    <a:pt x="469408" y="3189"/>
                  </a:lnTo>
                  <a:lnTo>
                    <a:pt x="455359" y="911"/>
                  </a:lnTo>
                  <a:lnTo>
                    <a:pt x="438321" y="0"/>
                  </a:lnTo>
                  <a:close/>
                </a:path>
                <a:path w="2035810" h="210820">
                  <a:moveTo>
                    <a:pt x="479315" y="171314"/>
                  </a:moveTo>
                  <a:lnTo>
                    <a:pt x="471257" y="174516"/>
                  </a:lnTo>
                  <a:lnTo>
                    <a:pt x="461318" y="177121"/>
                  </a:lnTo>
                  <a:lnTo>
                    <a:pt x="450354" y="178872"/>
                  </a:lnTo>
                  <a:lnTo>
                    <a:pt x="439222" y="179512"/>
                  </a:lnTo>
                  <a:lnTo>
                    <a:pt x="481056" y="179512"/>
                  </a:lnTo>
                  <a:lnTo>
                    <a:pt x="479315" y="171314"/>
                  </a:lnTo>
                  <a:close/>
                </a:path>
                <a:path w="2035810" h="210820">
                  <a:moveTo>
                    <a:pt x="481549" y="30983"/>
                  </a:moveTo>
                  <a:lnTo>
                    <a:pt x="439222" y="30983"/>
                  </a:lnTo>
                  <a:lnTo>
                    <a:pt x="451507" y="31623"/>
                  </a:lnTo>
                  <a:lnTo>
                    <a:pt x="462343" y="33373"/>
                  </a:lnTo>
                  <a:lnTo>
                    <a:pt x="471641" y="35975"/>
                  </a:lnTo>
                  <a:lnTo>
                    <a:pt x="479315" y="39171"/>
                  </a:lnTo>
                  <a:lnTo>
                    <a:pt x="481549" y="30983"/>
                  </a:lnTo>
                  <a:close/>
                </a:path>
                <a:path w="2035810" h="210820">
                  <a:moveTo>
                    <a:pt x="554956" y="3633"/>
                  </a:moveTo>
                  <a:lnTo>
                    <a:pt x="517586" y="3633"/>
                  </a:lnTo>
                  <a:lnTo>
                    <a:pt x="517586" y="206862"/>
                  </a:lnTo>
                  <a:lnTo>
                    <a:pt x="554956" y="206862"/>
                  </a:lnTo>
                  <a:lnTo>
                    <a:pt x="554956" y="117546"/>
                  </a:lnTo>
                  <a:lnTo>
                    <a:pt x="677968" y="117546"/>
                  </a:lnTo>
                  <a:lnTo>
                    <a:pt x="677968" y="84751"/>
                  </a:lnTo>
                  <a:lnTo>
                    <a:pt x="554956" y="84751"/>
                  </a:lnTo>
                  <a:lnTo>
                    <a:pt x="554956" y="3633"/>
                  </a:lnTo>
                  <a:close/>
                </a:path>
                <a:path w="2035810" h="210820">
                  <a:moveTo>
                    <a:pt x="677968" y="117546"/>
                  </a:moveTo>
                  <a:lnTo>
                    <a:pt x="640608" y="117546"/>
                  </a:lnTo>
                  <a:lnTo>
                    <a:pt x="640608" y="206862"/>
                  </a:lnTo>
                  <a:lnTo>
                    <a:pt x="677968" y="206862"/>
                  </a:lnTo>
                  <a:lnTo>
                    <a:pt x="677968" y="117546"/>
                  </a:lnTo>
                  <a:close/>
                </a:path>
                <a:path w="2035810" h="210820">
                  <a:moveTo>
                    <a:pt x="677968" y="3633"/>
                  </a:moveTo>
                  <a:lnTo>
                    <a:pt x="640608" y="3633"/>
                  </a:lnTo>
                  <a:lnTo>
                    <a:pt x="640608" y="84751"/>
                  </a:lnTo>
                  <a:lnTo>
                    <a:pt x="677968" y="84751"/>
                  </a:lnTo>
                  <a:lnTo>
                    <a:pt x="677968" y="3633"/>
                  </a:lnTo>
                  <a:close/>
                </a:path>
                <a:path w="2035810" h="210820">
                  <a:moveTo>
                    <a:pt x="753600" y="3633"/>
                  </a:moveTo>
                  <a:lnTo>
                    <a:pt x="711695" y="3633"/>
                  </a:lnTo>
                  <a:lnTo>
                    <a:pt x="711695" y="206862"/>
                  </a:lnTo>
                  <a:lnTo>
                    <a:pt x="746322" y="206862"/>
                  </a:lnTo>
                  <a:lnTo>
                    <a:pt x="746204" y="117546"/>
                  </a:lnTo>
                  <a:lnTo>
                    <a:pt x="746094" y="107829"/>
                  </a:lnTo>
                  <a:lnTo>
                    <a:pt x="745640" y="88272"/>
                  </a:lnTo>
                  <a:lnTo>
                    <a:pt x="744789" y="67439"/>
                  </a:lnTo>
                  <a:lnTo>
                    <a:pt x="743600" y="47380"/>
                  </a:lnTo>
                  <a:lnTo>
                    <a:pt x="780039" y="47380"/>
                  </a:lnTo>
                  <a:lnTo>
                    <a:pt x="753600" y="3633"/>
                  </a:lnTo>
                  <a:close/>
                </a:path>
                <a:path w="2035810" h="210820">
                  <a:moveTo>
                    <a:pt x="780039" y="47380"/>
                  </a:moveTo>
                  <a:lnTo>
                    <a:pt x="744490" y="47380"/>
                  </a:lnTo>
                  <a:lnTo>
                    <a:pt x="752629" y="64753"/>
                  </a:lnTo>
                  <a:lnTo>
                    <a:pt x="761801" y="82467"/>
                  </a:lnTo>
                  <a:lnTo>
                    <a:pt x="771660" y="100179"/>
                  </a:lnTo>
                  <a:lnTo>
                    <a:pt x="781861" y="117546"/>
                  </a:lnTo>
                  <a:lnTo>
                    <a:pt x="834718" y="206862"/>
                  </a:lnTo>
                  <a:lnTo>
                    <a:pt x="872978" y="206862"/>
                  </a:lnTo>
                  <a:lnTo>
                    <a:pt x="872978" y="159471"/>
                  </a:lnTo>
                  <a:lnTo>
                    <a:pt x="841094" y="159471"/>
                  </a:lnTo>
                  <a:lnTo>
                    <a:pt x="833758" y="142252"/>
                  </a:lnTo>
                  <a:lnTo>
                    <a:pt x="825486" y="124954"/>
                  </a:lnTo>
                  <a:lnTo>
                    <a:pt x="816364" y="107829"/>
                  </a:lnTo>
                  <a:lnTo>
                    <a:pt x="806478" y="91128"/>
                  </a:lnTo>
                  <a:lnTo>
                    <a:pt x="780039" y="47380"/>
                  </a:lnTo>
                  <a:close/>
                </a:path>
                <a:path w="2035810" h="210820">
                  <a:moveTo>
                    <a:pt x="872978" y="3633"/>
                  </a:moveTo>
                  <a:lnTo>
                    <a:pt x="838351" y="3633"/>
                  </a:lnTo>
                  <a:lnTo>
                    <a:pt x="838414" y="82467"/>
                  </a:lnTo>
                  <a:lnTo>
                    <a:pt x="838535" y="97177"/>
                  </a:lnTo>
                  <a:lnTo>
                    <a:pt x="839145" y="118344"/>
                  </a:lnTo>
                  <a:lnTo>
                    <a:pt x="840273" y="138659"/>
                  </a:lnTo>
                  <a:lnTo>
                    <a:pt x="842005" y="158550"/>
                  </a:lnTo>
                  <a:lnTo>
                    <a:pt x="841094" y="159471"/>
                  </a:lnTo>
                  <a:lnTo>
                    <a:pt x="872978" y="159471"/>
                  </a:lnTo>
                  <a:lnTo>
                    <a:pt x="872978" y="3633"/>
                  </a:lnTo>
                  <a:close/>
                </a:path>
              </a:pathLst>
            </a:custGeom>
            <a:solidFill>
              <a:srgbClr val="1268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543B039-69D0-2FE4-8325-30AD54A65656}"/>
              </a:ext>
            </a:extLst>
          </p:cNvPr>
          <p:cNvGrpSpPr/>
          <p:nvPr userDrawn="1"/>
        </p:nvGrpSpPr>
        <p:grpSpPr>
          <a:xfrm>
            <a:off x="11084199" y="316456"/>
            <a:ext cx="761726" cy="157980"/>
            <a:chOff x="9242701" y="249950"/>
            <a:chExt cx="652960" cy="135423"/>
          </a:xfrm>
        </p:grpSpPr>
        <p:sp>
          <p:nvSpPr>
            <p:cNvPr id="21" name="object 11">
              <a:extLst>
                <a:ext uri="{FF2B5EF4-FFF2-40B4-BE49-F238E27FC236}">
                  <a16:creationId xmlns:a16="http://schemas.microsoft.com/office/drawing/2014/main" id="{BE153C13-7C39-0143-E8B4-E58FE15F2ABF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22" name="object 12">
              <a:extLst>
                <a:ext uri="{FF2B5EF4-FFF2-40B4-BE49-F238E27FC236}">
                  <a16:creationId xmlns:a16="http://schemas.microsoft.com/office/drawing/2014/main" id="{CAE4AD85-1AC3-CD92-D9D7-DB0815AA0644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23" name="object 13">
                <a:extLst>
                  <a:ext uri="{FF2B5EF4-FFF2-40B4-BE49-F238E27FC236}">
                    <a16:creationId xmlns:a16="http://schemas.microsoft.com/office/drawing/2014/main" id="{5FF36A7C-B53C-0583-598B-FC8C3E6A6F92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24" name="object 14">
                <a:extLst>
                  <a:ext uri="{FF2B5EF4-FFF2-40B4-BE49-F238E27FC236}">
                    <a16:creationId xmlns:a16="http://schemas.microsoft.com/office/drawing/2014/main" id="{BC3EDFDA-0133-AE5F-F23E-C69E884815CF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25" name="object 15">
                <a:extLst>
                  <a:ext uri="{FF2B5EF4-FFF2-40B4-BE49-F238E27FC236}">
                    <a16:creationId xmlns:a16="http://schemas.microsoft.com/office/drawing/2014/main" id="{EA6E9E1C-315D-339C-C783-CD59E6205B16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8BDDE7DD-8D05-9582-547C-E9A9E833BD53}"/>
              </a:ext>
            </a:extLst>
          </p:cNvPr>
          <p:cNvSpPr txBox="1"/>
          <p:nvPr userDrawn="1"/>
        </p:nvSpPr>
        <p:spPr>
          <a:xfrm>
            <a:off x="437243" y="6373603"/>
            <a:ext cx="6098874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600" spc="-20" baseline="0">
                <a:solidFill>
                  <a:schemeClr val="tx2"/>
                </a:solidFill>
                <a:effectLst/>
              </a:rPr>
              <a:t>© Copyright 2023 Tata Technologies. All rights reserved. All other trademarks are trademarks of their respective owners.</a:t>
            </a: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E361AAAF-7697-6B20-1044-B26A700DB3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" y="6356350"/>
            <a:ext cx="491300" cy="365125"/>
          </a:xfrm>
        </p:spPr>
        <p:txBody>
          <a:bodyPr/>
          <a:lstStyle/>
          <a:p>
            <a:fld id="{C4B1DB5C-CBD1-46F1-83D6-F5AA23577CB7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298AF98-6196-41F0-7877-F9584BFA936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01439" y="6413850"/>
            <a:ext cx="2135345" cy="16897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70FDB05-43C6-BB4D-DCCD-28C3BF2EAC06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3375" y="336035"/>
            <a:ext cx="1776779" cy="126268"/>
          </a:xfrm>
          <a:prstGeom prst="rect">
            <a:avLst/>
          </a:prstGeom>
        </p:spPr>
      </p:pic>
      <p:sp>
        <p:nvSpPr>
          <p:cNvPr id="2" name="hcSlideMaster.BlankHeader" descr="Classification: Public">
            <a:extLst>
              <a:ext uri="{FF2B5EF4-FFF2-40B4-BE49-F238E27FC236}">
                <a16:creationId xmlns:a16="http://schemas.microsoft.com/office/drawing/2014/main" id="{EF4EDE68-D678-162E-2A4D-DC1E041A56C9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008000"/>
                </a:solidFill>
                <a:latin typeface="Microsoft Sans Serif" panose="020B0604020202020204" pitchFamily="34" charset="0"/>
              </a:rPr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39838615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blue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EF4DC27-8FF1-6E10-539B-C953C3FF43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5652" y="1992283"/>
            <a:ext cx="4291842" cy="2131143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3600">
                <a:solidFill>
                  <a:schemeClr val="bg2"/>
                </a:solidFill>
              </a:defRPr>
            </a:lvl1pPr>
          </a:lstStyle>
          <a:p>
            <a:r>
              <a:rPr lang="en-GB"/>
              <a:t>Click to edit title style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F36E1E-016C-31BE-7A8C-D33F9D9BBDC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5652" y="4226944"/>
            <a:ext cx="4291842" cy="79363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here to edit subheading</a:t>
            </a:r>
            <a:endParaRPr lang="en-US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82679F89-32CF-ECB2-E50C-C4D60D16E19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5652" y="5114146"/>
            <a:ext cx="4291842" cy="414068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Date</a:t>
            </a:r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73B6076B-D9C5-8F0E-BCDD-D843DDA9474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36800" y="914399"/>
            <a:ext cx="6055200" cy="4744529"/>
          </a:xfrm>
          <a:custGeom>
            <a:avLst/>
            <a:gdLst>
              <a:gd name="connsiteX0" fmla="*/ 1805307 w 6055200"/>
              <a:gd name="connsiteY0" fmla="*/ 0 h 4744529"/>
              <a:gd name="connsiteX1" fmla="*/ 6055200 w 6055200"/>
              <a:gd name="connsiteY1" fmla="*/ 0 h 4744529"/>
              <a:gd name="connsiteX2" fmla="*/ 6055200 w 6055200"/>
              <a:gd name="connsiteY2" fmla="*/ 4744529 h 4744529"/>
              <a:gd name="connsiteX3" fmla="*/ 0 w 6055200"/>
              <a:gd name="connsiteY3" fmla="*/ 4744529 h 47445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55200" h="4744529">
                <a:moveTo>
                  <a:pt x="1805307" y="0"/>
                </a:moveTo>
                <a:lnTo>
                  <a:pt x="6055200" y="0"/>
                </a:lnTo>
                <a:lnTo>
                  <a:pt x="6055200" y="4744529"/>
                </a:lnTo>
                <a:lnTo>
                  <a:pt x="0" y="4744529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824FB13-A710-3604-1DFA-7EB16A1599DD}"/>
              </a:ext>
            </a:extLst>
          </p:cNvPr>
          <p:cNvGrpSpPr/>
          <p:nvPr userDrawn="1"/>
        </p:nvGrpSpPr>
        <p:grpSpPr>
          <a:xfrm>
            <a:off x="11084200" y="316625"/>
            <a:ext cx="761725" cy="157981"/>
            <a:chOff x="9242701" y="249950"/>
            <a:chExt cx="652960" cy="135423"/>
          </a:xfrm>
        </p:grpSpPr>
        <p:sp>
          <p:nvSpPr>
            <p:cNvPr id="18" name="object 6">
              <a:extLst>
                <a:ext uri="{FF2B5EF4-FFF2-40B4-BE49-F238E27FC236}">
                  <a16:creationId xmlns:a16="http://schemas.microsoft.com/office/drawing/2014/main" id="{B25B4BF6-52E5-389C-804A-F07AE19AC3A0}"/>
                </a:ext>
              </a:extLst>
            </p:cNvPr>
            <p:cNvSpPr/>
            <p:nvPr/>
          </p:nvSpPr>
          <p:spPr>
            <a:xfrm>
              <a:off x="9571215" y="268829"/>
              <a:ext cx="122588" cy="103011"/>
            </a:xfrm>
            <a:custGeom>
              <a:avLst/>
              <a:gdLst/>
              <a:ahLst/>
              <a:cxnLst/>
              <a:rect l="l" t="t" r="r" b="b"/>
              <a:pathLst>
                <a:path w="242569" h="203834">
                  <a:moveTo>
                    <a:pt x="163104" y="0"/>
                  </a:moveTo>
                  <a:lnTo>
                    <a:pt x="77442" y="0"/>
                  </a:lnTo>
                  <a:lnTo>
                    <a:pt x="0" y="203229"/>
                  </a:lnTo>
                  <a:lnTo>
                    <a:pt x="78353" y="203229"/>
                  </a:lnTo>
                  <a:lnTo>
                    <a:pt x="12027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7">
              <a:extLst>
                <a:ext uri="{FF2B5EF4-FFF2-40B4-BE49-F238E27FC236}">
                  <a16:creationId xmlns:a16="http://schemas.microsoft.com/office/drawing/2014/main" id="{461B9713-8B60-111C-CC58-694680C56E5C}"/>
                </a:ext>
              </a:extLst>
            </p:cNvPr>
            <p:cNvSpPr/>
            <p:nvPr/>
          </p:nvSpPr>
          <p:spPr>
            <a:xfrm>
              <a:off x="9772920" y="268829"/>
              <a:ext cx="122588" cy="103011"/>
            </a:xfrm>
            <a:custGeom>
              <a:avLst/>
              <a:gdLst/>
              <a:ahLst/>
              <a:cxnLst/>
              <a:rect l="l" t="t" r="r" b="b"/>
              <a:pathLst>
                <a:path w="242569" h="203834">
                  <a:moveTo>
                    <a:pt x="163125" y="0"/>
                  </a:moveTo>
                  <a:lnTo>
                    <a:pt x="77453" y="0"/>
                  </a:lnTo>
                  <a:lnTo>
                    <a:pt x="0" y="203229"/>
                  </a:lnTo>
                  <a:lnTo>
                    <a:pt x="79285" y="203229"/>
                  </a:lnTo>
                  <a:lnTo>
                    <a:pt x="12028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20" name="object 8">
              <a:extLst>
                <a:ext uri="{FF2B5EF4-FFF2-40B4-BE49-F238E27FC236}">
                  <a16:creationId xmlns:a16="http://schemas.microsoft.com/office/drawing/2014/main" id="{AEF4C171-5B2C-20F6-F682-059D5043D14D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26" name="object 9">
                <a:extLst>
                  <a:ext uri="{FF2B5EF4-FFF2-40B4-BE49-F238E27FC236}">
                    <a16:creationId xmlns:a16="http://schemas.microsoft.com/office/drawing/2014/main" id="{4DBBD0F8-636E-924E-251F-1E750B7D6ECA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27" name="object 10">
                <a:extLst>
                  <a:ext uri="{FF2B5EF4-FFF2-40B4-BE49-F238E27FC236}">
                    <a16:creationId xmlns:a16="http://schemas.microsoft.com/office/drawing/2014/main" id="{32FE21A8-0292-E992-68A7-D493E81C6FA2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29" name="object 11">
                <a:extLst>
                  <a:ext uri="{FF2B5EF4-FFF2-40B4-BE49-F238E27FC236}">
                    <a16:creationId xmlns:a16="http://schemas.microsoft.com/office/drawing/2014/main" id="{A8F8113F-F527-DF24-6F62-275E5BECDA8F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  <p:sp>
          <p:nvSpPr>
            <p:cNvPr id="21" name="object 22">
              <a:extLst>
                <a:ext uri="{FF2B5EF4-FFF2-40B4-BE49-F238E27FC236}">
                  <a16:creationId xmlns:a16="http://schemas.microsoft.com/office/drawing/2014/main" id="{A3EB1A4C-0B99-1909-6DBD-1BE3C0FDE593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22" name="object 23">
              <a:extLst>
                <a:ext uri="{FF2B5EF4-FFF2-40B4-BE49-F238E27FC236}">
                  <a16:creationId xmlns:a16="http://schemas.microsoft.com/office/drawing/2014/main" id="{DF528001-5EB3-DE52-0785-82DFA8E56541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23" name="object 24">
                <a:extLst>
                  <a:ext uri="{FF2B5EF4-FFF2-40B4-BE49-F238E27FC236}">
                    <a16:creationId xmlns:a16="http://schemas.microsoft.com/office/drawing/2014/main" id="{B43A1203-EFD0-52EB-E965-58B41339FDC2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24" name="object 25">
                <a:extLst>
                  <a:ext uri="{FF2B5EF4-FFF2-40B4-BE49-F238E27FC236}">
                    <a16:creationId xmlns:a16="http://schemas.microsoft.com/office/drawing/2014/main" id="{EA8187B0-9D47-5A92-0663-7EAD561F4B20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25" name="object 26">
                <a:extLst>
                  <a:ext uri="{FF2B5EF4-FFF2-40B4-BE49-F238E27FC236}">
                    <a16:creationId xmlns:a16="http://schemas.microsoft.com/office/drawing/2014/main" id="{BF92E0E9-0288-3B16-4BCF-DD834E568113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sp>
        <p:nvSpPr>
          <p:cNvPr id="35" name="Slide Number Placeholder 2">
            <a:extLst>
              <a:ext uri="{FF2B5EF4-FFF2-40B4-BE49-F238E27FC236}">
                <a16:creationId xmlns:a16="http://schemas.microsoft.com/office/drawing/2014/main" id="{2C1002A3-456E-1A18-2602-0141FE1F4F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" y="6356350"/>
            <a:ext cx="4913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4B1DB5C-CBD1-46F1-83D6-F5AA23577CB7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0439E84-97CE-7951-71AF-552278CECA61}"/>
              </a:ext>
            </a:extLst>
          </p:cNvPr>
          <p:cNvSpPr txBox="1"/>
          <p:nvPr userDrawn="1"/>
        </p:nvSpPr>
        <p:spPr>
          <a:xfrm>
            <a:off x="437243" y="6373603"/>
            <a:ext cx="6098874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600" spc="-20" baseline="0">
                <a:solidFill>
                  <a:srgbClr val="FFFFFF"/>
                </a:solidFill>
                <a:effectLst/>
              </a:rPr>
              <a:t>© Copyright 2023 Tata Technologies. All rights reserved. All other trademarks are trademarks of their respective owners.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1A6F1BC-C3E5-67C9-81F0-EA0902E0EAD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500" y="333374"/>
            <a:ext cx="1775654" cy="126189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B4302C14-2A55-A7F8-0F5D-AC6437B1118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703998" y="6408070"/>
            <a:ext cx="2135346" cy="168971"/>
          </a:xfrm>
          <a:prstGeom prst="rect">
            <a:avLst/>
          </a:prstGeom>
        </p:spPr>
      </p:pic>
      <p:sp>
        <p:nvSpPr>
          <p:cNvPr id="5" name="hcSlideMaster.Cover blue 1Header" descr="Classification: Public">
            <a:extLst>
              <a:ext uri="{FF2B5EF4-FFF2-40B4-BE49-F238E27FC236}">
                <a16:creationId xmlns:a16="http://schemas.microsoft.com/office/drawing/2014/main" id="{17328417-852C-E420-07F7-BBBB52E53121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008000"/>
                </a:solidFill>
                <a:latin typeface="Microsoft Sans Serif" panose="020B0604020202020204" pitchFamily="34" charset="0"/>
              </a:rPr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4073662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blu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Box 39">
            <a:extLst>
              <a:ext uri="{FF2B5EF4-FFF2-40B4-BE49-F238E27FC236}">
                <a16:creationId xmlns:a16="http://schemas.microsoft.com/office/drawing/2014/main" id="{BB6C8EAD-D2E2-CEC3-6863-B90BCDC0D566}"/>
              </a:ext>
            </a:extLst>
          </p:cNvPr>
          <p:cNvSpPr txBox="1"/>
          <p:nvPr userDrawn="1"/>
        </p:nvSpPr>
        <p:spPr>
          <a:xfrm>
            <a:off x="437243" y="6373603"/>
            <a:ext cx="6098874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600" spc="-20" baseline="0">
                <a:solidFill>
                  <a:srgbClr val="FFFFFF"/>
                </a:solidFill>
                <a:effectLst/>
              </a:rPr>
              <a:t>© Copyright 2023 Tata Technologies. All rights reserved. All other trademarks are trademarks of their respective owners.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DD85FE-5698-1EDD-1C07-8D222ADDC5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4B1DB5C-CBD1-46F1-83D6-F5AA23577CB7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C753A1B-5E26-DC9A-6B2A-0CA31B054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5652" y="1992283"/>
            <a:ext cx="4291842" cy="2131143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3600">
                <a:solidFill>
                  <a:schemeClr val="bg2"/>
                </a:solidFill>
              </a:defRPr>
            </a:lvl1pPr>
          </a:lstStyle>
          <a:p>
            <a:r>
              <a:rPr lang="en-GB"/>
              <a:t>Click to edit title style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2AA21C5-F97A-3202-0091-63F99445EBA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5652" y="4226944"/>
            <a:ext cx="4291842" cy="793630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here to edit subheading</a:t>
            </a:r>
            <a:endParaRPr lang="en-US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D9087490-922A-B89E-983C-2774286440F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917057" y="-1"/>
            <a:ext cx="6852798" cy="3122763"/>
          </a:xfrm>
          <a:custGeom>
            <a:avLst/>
            <a:gdLst>
              <a:gd name="connsiteX0" fmla="*/ 0 w 6852798"/>
              <a:gd name="connsiteY0" fmla="*/ 0 h 3122763"/>
              <a:gd name="connsiteX1" fmla="*/ 5592091 w 6852798"/>
              <a:gd name="connsiteY1" fmla="*/ 0 h 3122763"/>
              <a:gd name="connsiteX2" fmla="*/ 6852798 w 6852798"/>
              <a:gd name="connsiteY2" fmla="*/ 3122763 h 3122763"/>
              <a:gd name="connsiteX3" fmla="*/ 1255492 w 6852798"/>
              <a:gd name="connsiteY3" fmla="*/ 3122763 h 3122763"/>
              <a:gd name="connsiteX4" fmla="*/ 0 w 6852798"/>
              <a:gd name="connsiteY4" fmla="*/ 12917 h 31227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2798" h="3122763">
                <a:moveTo>
                  <a:pt x="0" y="0"/>
                </a:moveTo>
                <a:lnTo>
                  <a:pt x="5592091" y="0"/>
                </a:lnTo>
                <a:lnTo>
                  <a:pt x="6852798" y="3122763"/>
                </a:lnTo>
                <a:lnTo>
                  <a:pt x="1255492" y="3122763"/>
                </a:lnTo>
                <a:lnTo>
                  <a:pt x="0" y="1291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7E64D483-B51F-BB48-C99A-6F49FD6DAB6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485365" y="3729785"/>
            <a:ext cx="5849080" cy="3122763"/>
          </a:xfrm>
          <a:custGeom>
            <a:avLst/>
            <a:gdLst>
              <a:gd name="connsiteX0" fmla="*/ 1204036 w 5849080"/>
              <a:gd name="connsiteY0" fmla="*/ 0 h 3122763"/>
              <a:gd name="connsiteX1" fmla="*/ 5843788 w 5849080"/>
              <a:gd name="connsiteY1" fmla="*/ 0 h 3122763"/>
              <a:gd name="connsiteX2" fmla="*/ 4658633 w 5849080"/>
              <a:gd name="connsiteY2" fmla="*/ 3122762 h 3122763"/>
              <a:gd name="connsiteX3" fmla="*/ 5849080 w 5849080"/>
              <a:gd name="connsiteY3" fmla="*/ 3122762 h 3122763"/>
              <a:gd name="connsiteX4" fmla="*/ 5849080 w 5849080"/>
              <a:gd name="connsiteY4" fmla="*/ 3122763 h 3122763"/>
              <a:gd name="connsiteX5" fmla="*/ 34876 w 5849080"/>
              <a:gd name="connsiteY5" fmla="*/ 3122763 h 3122763"/>
              <a:gd name="connsiteX6" fmla="*/ 34876 w 5849080"/>
              <a:gd name="connsiteY6" fmla="*/ 3120966 h 3122763"/>
              <a:gd name="connsiteX7" fmla="*/ 0 w 5849080"/>
              <a:gd name="connsiteY7" fmla="*/ 3120966 h 3122763"/>
              <a:gd name="connsiteX8" fmla="*/ 45308 w 5849080"/>
              <a:gd name="connsiteY8" fmla="*/ 3010476 h 31227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849080" h="3122763">
                <a:moveTo>
                  <a:pt x="1204036" y="0"/>
                </a:moveTo>
                <a:lnTo>
                  <a:pt x="5843788" y="0"/>
                </a:lnTo>
                <a:lnTo>
                  <a:pt x="4658633" y="3122762"/>
                </a:lnTo>
                <a:lnTo>
                  <a:pt x="5849080" y="3122762"/>
                </a:lnTo>
                <a:lnTo>
                  <a:pt x="5849080" y="3122763"/>
                </a:lnTo>
                <a:lnTo>
                  <a:pt x="34876" y="3122763"/>
                </a:lnTo>
                <a:lnTo>
                  <a:pt x="34876" y="3120966"/>
                </a:lnTo>
                <a:lnTo>
                  <a:pt x="0" y="3120966"/>
                </a:lnTo>
                <a:lnTo>
                  <a:pt x="45308" y="3010476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6EA8233-E5F3-34A9-FF77-8A025E7ADBCB}"/>
              </a:ext>
            </a:extLst>
          </p:cNvPr>
          <p:cNvGrpSpPr/>
          <p:nvPr userDrawn="1"/>
        </p:nvGrpSpPr>
        <p:grpSpPr>
          <a:xfrm>
            <a:off x="11084200" y="316625"/>
            <a:ext cx="761725" cy="157981"/>
            <a:chOff x="9242701" y="249950"/>
            <a:chExt cx="652960" cy="135423"/>
          </a:xfrm>
        </p:grpSpPr>
        <p:sp>
          <p:nvSpPr>
            <p:cNvPr id="24" name="object 6">
              <a:extLst>
                <a:ext uri="{FF2B5EF4-FFF2-40B4-BE49-F238E27FC236}">
                  <a16:creationId xmlns:a16="http://schemas.microsoft.com/office/drawing/2014/main" id="{92C63FAE-98C8-DFF5-712E-CB398FE2A253}"/>
                </a:ext>
              </a:extLst>
            </p:cNvPr>
            <p:cNvSpPr/>
            <p:nvPr/>
          </p:nvSpPr>
          <p:spPr>
            <a:xfrm>
              <a:off x="9571215" y="268829"/>
              <a:ext cx="122588" cy="103011"/>
            </a:xfrm>
            <a:custGeom>
              <a:avLst/>
              <a:gdLst/>
              <a:ahLst/>
              <a:cxnLst/>
              <a:rect l="l" t="t" r="r" b="b"/>
              <a:pathLst>
                <a:path w="242569" h="203834">
                  <a:moveTo>
                    <a:pt x="163104" y="0"/>
                  </a:moveTo>
                  <a:lnTo>
                    <a:pt x="77442" y="0"/>
                  </a:lnTo>
                  <a:lnTo>
                    <a:pt x="0" y="203229"/>
                  </a:lnTo>
                  <a:lnTo>
                    <a:pt x="78353" y="203229"/>
                  </a:lnTo>
                  <a:lnTo>
                    <a:pt x="12027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7">
              <a:extLst>
                <a:ext uri="{FF2B5EF4-FFF2-40B4-BE49-F238E27FC236}">
                  <a16:creationId xmlns:a16="http://schemas.microsoft.com/office/drawing/2014/main" id="{49CCCC8F-EA94-8D77-01F2-7768AFDD5C01}"/>
                </a:ext>
              </a:extLst>
            </p:cNvPr>
            <p:cNvSpPr/>
            <p:nvPr/>
          </p:nvSpPr>
          <p:spPr>
            <a:xfrm>
              <a:off x="9772920" y="268829"/>
              <a:ext cx="122588" cy="103011"/>
            </a:xfrm>
            <a:custGeom>
              <a:avLst/>
              <a:gdLst/>
              <a:ahLst/>
              <a:cxnLst/>
              <a:rect l="l" t="t" r="r" b="b"/>
              <a:pathLst>
                <a:path w="242569" h="203834">
                  <a:moveTo>
                    <a:pt x="163125" y="0"/>
                  </a:moveTo>
                  <a:lnTo>
                    <a:pt x="77453" y="0"/>
                  </a:lnTo>
                  <a:lnTo>
                    <a:pt x="0" y="203229"/>
                  </a:lnTo>
                  <a:lnTo>
                    <a:pt x="79285" y="203229"/>
                  </a:lnTo>
                  <a:lnTo>
                    <a:pt x="12028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26" name="object 8">
              <a:extLst>
                <a:ext uri="{FF2B5EF4-FFF2-40B4-BE49-F238E27FC236}">
                  <a16:creationId xmlns:a16="http://schemas.microsoft.com/office/drawing/2014/main" id="{6D7A2898-00EC-BB28-8E86-5FD3ED50E178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32" name="object 9">
                <a:extLst>
                  <a:ext uri="{FF2B5EF4-FFF2-40B4-BE49-F238E27FC236}">
                    <a16:creationId xmlns:a16="http://schemas.microsoft.com/office/drawing/2014/main" id="{D31E6C27-7EC1-000E-5E5D-177A18DBF32D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33" name="object 10">
                <a:extLst>
                  <a:ext uri="{FF2B5EF4-FFF2-40B4-BE49-F238E27FC236}">
                    <a16:creationId xmlns:a16="http://schemas.microsoft.com/office/drawing/2014/main" id="{B36FEE96-4179-A24A-D2DF-FA0C8207E39B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34" name="object 11">
                <a:extLst>
                  <a:ext uri="{FF2B5EF4-FFF2-40B4-BE49-F238E27FC236}">
                    <a16:creationId xmlns:a16="http://schemas.microsoft.com/office/drawing/2014/main" id="{2223FBC8-AE6E-B62C-FF13-E9CBBF68E4BC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  <p:sp>
          <p:nvSpPr>
            <p:cNvPr id="27" name="object 22">
              <a:extLst>
                <a:ext uri="{FF2B5EF4-FFF2-40B4-BE49-F238E27FC236}">
                  <a16:creationId xmlns:a16="http://schemas.microsoft.com/office/drawing/2014/main" id="{2AF1B19A-F45D-C446-F9EE-C58412FF66F5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28" name="object 23">
              <a:extLst>
                <a:ext uri="{FF2B5EF4-FFF2-40B4-BE49-F238E27FC236}">
                  <a16:creationId xmlns:a16="http://schemas.microsoft.com/office/drawing/2014/main" id="{90A7EEF2-E406-81BA-1772-BF500674F886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29" name="object 24">
                <a:extLst>
                  <a:ext uri="{FF2B5EF4-FFF2-40B4-BE49-F238E27FC236}">
                    <a16:creationId xmlns:a16="http://schemas.microsoft.com/office/drawing/2014/main" id="{3AFE0450-5FAA-E89B-0091-9B3D2A48F928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30" name="object 25">
                <a:extLst>
                  <a:ext uri="{FF2B5EF4-FFF2-40B4-BE49-F238E27FC236}">
                    <a16:creationId xmlns:a16="http://schemas.microsoft.com/office/drawing/2014/main" id="{7BAA1C5E-3B6B-B1E4-AD3A-8D32423158DD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31" name="object 26">
                <a:extLst>
                  <a:ext uri="{FF2B5EF4-FFF2-40B4-BE49-F238E27FC236}">
                    <a16:creationId xmlns:a16="http://schemas.microsoft.com/office/drawing/2014/main" id="{85813EC5-8F07-0EE3-5881-083EFF3A73F6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sp>
        <p:nvSpPr>
          <p:cNvPr id="39" name="Text Placeholder 6">
            <a:extLst>
              <a:ext uri="{FF2B5EF4-FFF2-40B4-BE49-F238E27FC236}">
                <a16:creationId xmlns:a16="http://schemas.microsoft.com/office/drawing/2014/main" id="{58E0B106-D292-C1B3-16E3-99C53FF23ED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5652" y="5114146"/>
            <a:ext cx="4291842" cy="414068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Date</a:t>
            </a:r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713C745-FFF6-1B2D-B6FA-A696E44FB80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500" y="333374"/>
            <a:ext cx="1775654" cy="126189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8BBFE813-EE51-17CF-8B49-53025A2584D6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703998" y="6408070"/>
            <a:ext cx="2135346" cy="168971"/>
          </a:xfrm>
          <a:prstGeom prst="rect">
            <a:avLst/>
          </a:prstGeom>
        </p:spPr>
      </p:pic>
      <p:sp>
        <p:nvSpPr>
          <p:cNvPr id="5" name="hcSlideMaster.Cover blue 2Header" descr="Classification: Public">
            <a:extLst>
              <a:ext uri="{FF2B5EF4-FFF2-40B4-BE49-F238E27FC236}">
                <a16:creationId xmlns:a16="http://schemas.microsoft.com/office/drawing/2014/main" id="{945D43CE-8F86-035E-FBCB-A843D121FA17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008000"/>
                </a:solidFill>
                <a:latin typeface="Microsoft Sans Serif" panose="020B0604020202020204" pitchFamily="34" charset="0"/>
              </a:rPr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21288529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55BE10B0-7D06-3774-CE14-749E435E73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350" y="849278"/>
            <a:ext cx="11727202" cy="84150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title style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B86191-9A58-B154-648C-603062C210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B1DB5C-CBD1-46F1-83D6-F5AA23577CB7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8E911B2-5E5F-B0B6-39C1-E7365BD2CA74}"/>
              </a:ext>
            </a:extLst>
          </p:cNvPr>
          <p:cNvGrpSpPr/>
          <p:nvPr userDrawn="1"/>
        </p:nvGrpSpPr>
        <p:grpSpPr>
          <a:xfrm>
            <a:off x="11084199" y="316456"/>
            <a:ext cx="761726" cy="157980"/>
            <a:chOff x="9242701" y="249950"/>
            <a:chExt cx="652960" cy="135423"/>
          </a:xfrm>
        </p:grpSpPr>
        <p:sp>
          <p:nvSpPr>
            <p:cNvPr id="15" name="object 11">
              <a:extLst>
                <a:ext uri="{FF2B5EF4-FFF2-40B4-BE49-F238E27FC236}">
                  <a16:creationId xmlns:a16="http://schemas.microsoft.com/office/drawing/2014/main" id="{A0AD5596-5949-C51A-6A23-894B5E4D07CC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16" name="object 12">
              <a:extLst>
                <a:ext uri="{FF2B5EF4-FFF2-40B4-BE49-F238E27FC236}">
                  <a16:creationId xmlns:a16="http://schemas.microsoft.com/office/drawing/2014/main" id="{97B8DFC4-70D5-CDE7-7C15-B3E1270C90F0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17" name="object 13">
                <a:extLst>
                  <a:ext uri="{FF2B5EF4-FFF2-40B4-BE49-F238E27FC236}">
                    <a16:creationId xmlns:a16="http://schemas.microsoft.com/office/drawing/2014/main" id="{CE67B112-2CAF-83BE-F90B-6E34C0063830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8" name="object 14">
                <a:extLst>
                  <a:ext uri="{FF2B5EF4-FFF2-40B4-BE49-F238E27FC236}">
                    <a16:creationId xmlns:a16="http://schemas.microsoft.com/office/drawing/2014/main" id="{71CFF4BE-368B-4E16-BD10-B17CDBB604F5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19" name="object 15">
                <a:extLst>
                  <a:ext uri="{FF2B5EF4-FFF2-40B4-BE49-F238E27FC236}">
                    <a16:creationId xmlns:a16="http://schemas.microsoft.com/office/drawing/2014/main" id="{F8F18842-BE90-BB91-20CA-6BA95DA8D919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4819D38D-91FB-FD21-94E8-8E11DC131A76}"/>
              </a:ext>
            </a:extLst>
          </p:cNvPr>
          <p:cNvSpPr txBox="1"/>
          <p:nvPr userDrawn="1"/>
        </p:nvSpPr>
        <p:spPr>
          <a:xfrm>
            <a:off x="437243" y="6373603"/>
            <a:ext cx="6098874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600" spc="-20" baseline="0">
                <a:solidFill>
                  <a:schemeClr val="tx2"/>
                </a:solidFill>
                <a:effectLst/>
              </a:rPr>
              <a:t>© Copyright 2023 Tata Technologies. All rights reserved. All other trademarks are trademarks of their respective owners.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E3B243D-401C-7696-2672-F25D0788149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01439" y="6413850"/>
            <a:ext cx="2135345" cy="16897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7276BB5-DBFB-E42F-A51F-DFA72C8C4F0A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3375" y="336035"/>
            <a:ext cx="1776779" cy="126268"/>
          </a:xfrm>
          <a:prstGeom prst="rect">
            <a:avLst/>
          </a:prstGeom>
        </p:spPr>
      </p:pic>
      <p:sp>
        <p:nvSpPr>
          <p:cNvPr id="5" name="hcSlideMaster.Title onlyHeader" descr="Classification: Public">
            <a:extLst>
              <a:ext uri="{FF2B5EF4-FFF2-40B4-BE49-F238E27FC236}">
                <a16:creationId xmlns:a16="http://schemas.microsoft.com/office/drawing/2014/main" id="{9D29837E-8595-955C-58B2-383F86F0BA9C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008000"/>
                </a:solidFill>
                <a:latin typeface="Microsoft Sans Serif" panose="020B0604020202020204" pitchFamily="34" charset="0"/>
              </a:rPr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33732926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7A3324-CF26-0748-B4CF-963B702B3F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B1DB5C-CBD1-46F1-83D6-F5AA23577CB7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7800C36E-23A3-A880-59DF-BC9A66F7F1F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59298" y="804347"/>
            <a:ext cx="6292400" cy="137708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800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Click here to edit subheading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7A5A69EF-2F3B-DFCB-5808-DFE7FC9E747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2399" y="2342167"/>
            <a:ext cx="11672054" cy="3834795"/>
          </a:xfrm>
        </p:spPr>
        <p:txBody>
          <a:bodyPr numCol="4" spcCol="252000"/>
          <a:lstStyle>
            <a:lvl1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here to edit content text</a:t>
            </a:r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49DDFE2-9038-836D-DA36-FAA59D5D34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351" y="849277"/>
            <a:ext cx="2721884" cy="1356365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title style</a:t>
            </a:r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8D51EC2-0C3E-D847-A05D-4AB70622EA52}"/>
              </a:ext>
            </a:extLst>
          </p:cNvPr>
          <p:cNvGrpSpPr/>
          <p:nvPr userDrawn="1"/>
        </p:nvGrpSpPr>
        <p:grpSpPr>
          <a:xfrm>
            <a:off x="11084199" y="316456"/>
            <a:ext cx="761726" cy="157980"/>
            <a:chOff x="9242701" y="249950"/>
            <a:chExt cx="652960" cy="135423"/>
          </a:xfrm>
        </p:grpSpPr>
        <p:sp>
          <p:nvSpPr>
            <p:cNvPr id="17" name="object 11">
              <a:extLst>
                <a:ext uri="{FF2B5EF4-FFF2-40B4-BE49-F238E27FC236}">
                  <a16:creationId xmlns:a16="http://schemas.microsoft.com/office/drawing/2014/main" id="{29221EF7-6A51-8F7D-B564-929FB26C6D95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18" name="object 12">
              <a:extLst>
                <a:ext uri="{FF2B5EF4-FFF2-40B4-BE49-F238E27FC236}">
                  <a16:creationId xmlns:a16="http://schemas.microsoft.com/office/drawing/2014/main" id="{218582E0-2A5B-56D8-0C63-76593A0A51A3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19" name="object 13">
                <a:extLst>
                  <a:ext uri="{FF2B5EF4-FFF2-40B4-BE49-F238E27FC236}">
                    <a16:creationId xmlns:a16="http://schemas.microsoft.com/office/drawing/2014/main" id="{EA476F20-B3D1-DC85-8A95-9A5505D7C3D1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20" name="object 14">
                <a:extLst>
                  <a:ext uri="{FF2B5EF4-FFF2-40B4-BE49-F238E27FC236}">
                    <a16:creationId xmlns:a16="http://schemas.microsoft.com/office/drawing/2014/main" id="{3582D895-C8C8-B690-AD9F-10B1629E86CE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21" name="object 15">
                <a:extLst>
                  <a:ext uri="{FF2B5EF4-FFF2-40B4-BE49-F238E27FC236}">
                    <a16:creationId xmlns:a16="http://schemas.microsoft.com/office/drawing/2014/main" id="{D161E6C6-0726-A22E-7F8C-EBF4C37F0833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8C19C1E7-8295-246C-61F7-8607BE60CAD7}"/>
              </a:ext>
            </a:extLst>
          </p:cNvPr>
          <p:cNvSpPr txBox="1"/>
          <p:nvPr userDrawn="1"/>
        </p:nvSpPr>
        <p:spPr>
          <a:xfrm>
            <a:off x="437243" y="6373603"/>
            <a:ext cx="6098874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600" spc="-20" baseline="0">
                <a:solidFill>
                  <a:schemeClr val="tx2"/>
                </a:solidFill>
                <a:effectLst/>
              </a:rPr>
              <a:t>© Copyright 2023 Tata Technologies. All rights reserved. All other trademarks are trademarks of their respective owners.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9EC83742-40DE-8290-CFF8-C1B1B5865C2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01439" y="6413850"/>
            <a:ext cx="2135345" cy="16897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EB91A90-AA04-8182-D29F-C01BBA40089D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3375" y="336035"/>
            <a:ext cx="1776779" cy="126268"/>
          </a:xfrm>
          <a:prstGeom prst="rect">
            <a:avLst/>
          </a:prstGeom>
        </p:spPr>
      </p:pic>
      <p:sp>
        <p:nvSpPr>
          <p:cNvPr id="5" name="hcSlideMaster.Content 1Header" descr="Classification: Public">
            <a:extLst>
              <a:ext uri="{FF2B5EF4-FFF2-40B4-BE49-F238E27FC236}">
                <a16:creationId xmlns:a16="http://schemas.microsoft.com/office/drawing/2014/main" id="{67812976-3850-5C60-EDA5-1C7425D2C959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008000"/>
                </a:solidFill>
                <a:latin typeface="Microsoft Sans Serif" panose="020B0604020202020204" pitchFamily="34" charset="0"/>
              </a:rPr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19390831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C793D61-516D-5E47-E2F4-B4EECF89ADD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B1126D-2486-E17C-0A52-239CC2F39B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4B1DB5C-CBD1-46F1-83D6-F5AA23577CB7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8EA53B-AE29-9001-9816-F588054A0353}"/>
              </a:ext>
            </a:extLst>
          </p:cNvPr>
          <p:cNvSpPr txBox="1"/>
          <p:nvPr userDrawn="1"/>
        </p:nvSpPr>
        <p:spPr>
          <a:xfrm>
            <a:off x="437243" y="6373603"/>
            <a:ext cx="6098874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600" spc="-20" baseline="0">
                <a:solidFill>
                  <a:schemeClr val="bg1"/>
                </a:solidFill>
                <a:effectLst/>
              </a:rPr>
              <a:t>© Copyright 2022 Tata Technologies. All rights reserved. All other trademarks are trademarks of their respective owners.</a:t>
            </a:r>
          </a:p>
        </p:txBody>
      </p:sp>
      <p:sp>
        <p:nvSpPr>
          <p:cNvPr id="2" name="hcSlideMaster.Image slideHeader" descr="Classification: Public">
            <a:extLst>
              <a:ext uri="{FF2B5EF4-FFF2-40B4-BE49-F238E27FC236}">
                <a16:creationId xmlns:a16="http://schemas.microsoft.com/office/drawing/2014/main" id="{1EB78D6A-AD5C-EEC4-5BE1-14341DBB7635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008000"/>
                </a:solidFill>
                <a:latin typeface="Microsoft Sans Serif" panose="020B0604020202020204" pitchFamily="34" charset="0"/>
              </a:rPr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7898036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6A5FCA5-C644-95BC-3DE4-9FD7B4368E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B1DB5C-CBD1-46F1-83D6-F5AA23577CB7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7" name="Text Placeholder 6">
            <a:extLst>
              <a:ext uri="{FF2B5EF4-FFF2-40B4-BE49-F238E27FC236}">
                <a16:creationId xmlns:a16="http://schemas.microsoft.com/office/drawing/2014/main" id="{50FA0EE2-BC4D-A7D3-655F-C42F9AE6D13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5650" y="2102398"/>
            <a:ext cx="4291842" cy="317166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TEXT GOES HERE</a:t>
            </a:r>
            <a:endParaRPr lang="en-US"/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C2F2E960-7218-0F58-9DF9-7373DE93F7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5651" y="2524891"/>
            <a:ext cx="5223495" cy="2374913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title style</a:t>
            </a:r>
            <a:endParaRPr lang="en-US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8DC0C21F-0F5B-1EF5-BE01-962A50A174DB}"/>
              </a:ext>
            </a:extLst>
          </p:cNvPr>
          <p:cNvGrpSpPr/>
          <p:nvPr userDrawn="1"/>
        </p:nvGrpSpPr>
        <p:grpSpPr>
          <a:xfrm>
            <a:off x="11084199" y="316456"/>
            <a:ext cx="761726" cy="157980"/>
            <a:chOff x="9242701" y="249950"/>
            <a:chExt cx="652960" cy="135423"/>
          </a:xfrm>
        </p:grpSpPr>
        <p:sp>
          <p:nvSpPr>
            <p:cNvPr id="33" name="object 11">
              <a:extLst>
                <a:ext uri="{FF2B5EF4-FFF2-40B4-BE49-F238E27FC236}">
                  <a16:creationId xmlns:a16="http://schemas.microsoft.com/office/drawing/2014/main" id="{50F0DB26-1D94-3566-8F14-0FDE4AA34538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34" name="object 12">
              <a:extLst>
                <a:ext uri="{FF2B5EF4-FFF2-40B4-BE49-F238E27FC236}">
                  <a16:creationId xmlns:a16="http://schemas.microsoft.com/office/drawing/2014/main" id="{2649BDF4-E0D2-998A-9DCA-2A1E77985255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35" name="object 13">
                <a:extLst>
                  <a:ext uri="{FF2B5EF4-FFF2-40B4-BE49-F238E27FC236}">
                    <a16:creationId xmlns:a16="http://schemas.microsoft.com/office/drawing/2014/main" id="{8993F90D-CA94-2ADB-1191-10BF6FA496AD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36" name="object 14">
                <a:extLst>
                  <a:ext uri="{FF2B5EF4-FFF2-40B4-BE49-F238E27FC236}">
                    <a16:creationId xmlns:a16="http://schemas.microsoft.com/office/drawing/2014/main" id="{5F488FB5-48FF-2E1D-5529-26127B70F2A8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37" name="object 15">
                <a:extLst>
                  <a:ext uri="{FF2B5EF4-FFF2-40B4-BE49-F238E27FC236}">
                    <a16:creationId xmlns:a16="http://schemas.microsoft.com/office/drawing/2014/main" id="{A17651DC-79A1-1457-9627-F58215E3F615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AEBED9D9-66AF-66AE-7E6B-F02C744A193C}"/>
              </a:ext>
            </a:extLst>
          </p:cNvPr>
          <p:cNvSpPr txBox="1"/>
          <p:nvPr userDrawn="1"/>
        </p:nvSpPr>
        <p:spPr>
          <a:xfrm>
            <a:off x="437243" y="6373603"/>
            <a:ext cx="6098874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600" spc="-20" baseline="0">
                <a:solidFill>
                  <a:schemeClr val="tx2"/>
                </a:solidFill>
                <a:effectLst/>
              </a:rPr>
              <a:t>© Copyright 2023 Tata Technologies. All rights reserved. All other trademarks are trademarks of their respective owners.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19AEF77-6DCB-5E57-9279-BC44CA9323C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01439" y="6413850"/>
            <a:ext cx="2135345" cy="16897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8125723-8750-E30C-7581-EC569D055830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3375" y="336035"/>
            <a:ext cx="1776779" cy="126268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DD6348D2-2A8B-A605-199F-04933E41BA0A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02745" y="-653144"/>
            <a:ext cx="6139168" cy="7193282"/>
          </a:xfrm>
          <a:prstGeom prst="rect">
            <a:avLst/>
          </a:prstGeom>
        </p:spPr>
      </p:pic>
      <p:sp>
        <p:nvSpPr>
          <p:cNvPr id="6" name="hcSlideMaster.Thank you whiteHeader" descr="Classification: Public">
            <a:extLst>
              <a:ext uri="{FF2B5EF4-FFF2-40B4-BE49-F238E27FC236}">
                <a16:creationId xmlns:a16="http://schemas.microsoft.com/office/drawing/2014/main" id="{EFB8DB05-BA04-7550-1DF0-B41C8B0A1D06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008000"/>
                </a:solidFill>
                <a:latin typeface="Microsoft Sans Serif" panose="020B0604020202020204" pitchFamily="34" charset="0"/>
              </a:rPr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8915860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8DAC6E-6536-2639-46BE-F605FC2D48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4B1DB5C-CBD1-46F1-83D6-F5AA23577CB7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F28C65FC-97C8-3FD1-CFC2-4B487FD7846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5650" y="2102398"/>
            <a:ext cx="4291842" cy="317166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TEXT GOES HERE</a:t>
            </a:r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C7502FC4-88D1-9105-5D1F-02FEF89129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5651" y="2524891"/>
            <a:ext cx="5223495" cy="2374913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title style</a:t>
            </a:r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63FB783-8947-153A-A7DF-AB6F1F104973}"/>
              </a:ext>
            </a:extLst>
          </p:cNvPr>
          <p:cNvGrpSpPr/>
          <p:nvPr userDrawn="1"/>
        </p:nvGrpSpPr>
        <p:grpSpPr>
          <a:xfrm>
            <a:off x="11084200" y="316625"/>
            <a:ext cx="761725" cy="157981"/>
            <a:chOff x="9242701" y="249950"/>
            <a:chExt cx="652960" cy="135423"/>
          </a:xfrm>
        </p:grpSpPr>
        <p:sp>
          <p:nvSpPr>
            <p:cNvPr id="18" name="object 6">
              <a:extLst>
                <a:ext uri="{FF2B5EF4-FFF2-40B4-BE49-F238E27FC236}">
                  <a16:creationId xmlns:a16="http://schemas.microsoft.com/office/drawing/2014/main" id="{B6331E8B-6FCA-C3C4-9011-93330B4BE7D5}"/>
                </a:ext>
              </a:extLst>
            </p:cNvPr>
            <p:cNvSpPr/>
            <p:nvPr/>
          </p:nvSpPr>
          <p:spPr>
            <a:xfrm>
              <a:off x="9571215" y="268829"/>
              <a:ext cx="122588" cy="103011"/>
            </a:xfrm>
            <a:custGeom>
              <a:avLst/>
              <a:gdLst/>
              <a:ahLst/>
              <a:cxnLst/>
              <a:rect l="l" t="t" r="r" b="b"/>
              <a:pathLst>
                <a:path w="242569" h="203834">
                  <a:moveTo>
                    <a:pt x="163104" y="0"/>
                  </a:moveTo>
                  <a:lnTo>
                    <a:pt x="77442" y="0"/>
                  </a:lnTo>
                  <a:lnTo>
                    <a:pt x="0" y="203229"/>
                  </a:lnTo>
                  <a:lnTo>
                    <a:pt x="78353" y="203229"/>
                  </a:lnTo>
                  <a:lnTo>
                    <a:pt x="12027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7">
              <a:extLst>
                <a:ext uri="{FF2B5EF4-FFF2-40B4-BE49-F238E27FC236}">
                  <a16:creationId xmlns:a16="http://schemas.microsoft.com/office/drawing/2014/main" id="{5A3CC186-E4D3-B936-134D-7FDFED61DB5C}"/>
                </a:ext>
              </a:extLst>
            </p:cNvPr>
            <p:cNvSpPr/>
            <p:nvPr/>
          </p:nvSpPr>
          <p:spPr>
            <a:xfrm>
              <a:off x="9772920" y="268829"/>
              <a:ext cx="122588" cy="103011"/>
            </a:xfrm>
            <a:custGeom>
              <a:avLst/>
              <a:gdLst/>
              <a:ahLst/>
              <a:cxnLst/>
              <a:rect l="l" t="t" r="r" b="b"/>
              <a:pathLst>
                <a:path w="242569" h="203834">
                  <a:moveTo>
                    <a:pt x="163125" y="0"/>
                  </a:moveTo>
                  <a:lnTo>
                    <a:pt x="77453" y="0"/>
                  </a:lnTo>
                  <a:lnTo>
                    <a:pt x="0" y="203229"/>
                  </a:lnTo>
                  <a:lnTo>
                    <a:pt x="79285" y="203229"/>
                  </a:lnTo>
                  <a:lnTo>
                    <a:pt x="12028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20" name="object 8">
              <a:extLst>
                <a:ext uri="{FF2B5EF4-FFF2-40B4-BE49-F238E27FC236}">
                  <a16:creationId xmlns:a16="http://schemas.microsoft.com/office/drawing/2014/main" id="{F45A56E2-5D9B-948F-5DA8-C6C13C59F762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26" name="object 9">
                <a:extLst>
                  <a:ext uri="{FF2B5EF4-FFF2-40B4-BE49-F238E27FC236}">
                    <a16:creationId xmlns:a16="http://schemas.microsoft.com/office/drawing/2014/main" id="{C46C7E68-70DF-DF42-8BD2-26F13B18B5EA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27" name="object 10">
                <a:extLst>
                  <a:ext uri="{FF2B5EF4-FFF2-40B4-BE49-F238E27FC236}">
                    <a16:creationId xmlns:a16="http://schemas.microsoft.com/office/drawing/2014/main" id="{970EFCCF-763D-7B07-5FAC-9A8D7547606A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28" name="object 11">
                <a:extLst>
                  <a:ext uri="{FF2B5EF4-FFF2-40B4-BE49-F238E27FC236}">
                    <a16:creationId xmlns:a16="http://schemas.microsoft.com/office/drawing/2014/main" id="{43E5053C-0B3D-4312-6F3B-31CD882296B4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  <p:sp>
          <p:nvSpPr>
            <p:cNvPr id="21" name="object 22">
              <a:extLst>
                <a:ext uri="{FF2B5EF4-FFF2-40B4-BE49-F238E27FC236}">
                  <a16:creationId xmlns:a16="http://schemas.microsoft.com/office/drawing/2014/main" id="{8E55562F-DEF2-E464-A64D-98445607D27F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22" name="object 23">
              <a:extLst>
                <a:ext uri="{FF2B5EF4-FFF2-40B4-BE49-F238E27FC236}">
                  <a16:creationId xmlns:a16="http://schemas.microsoft.com/office/drawing/2014/main" id="{61CCA1EF-63B4-4BBB-11A7-53987B18AB57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23" name="object 24">
                <a:extLst>
                  <a:ext uri="{FF2B5EF4-FFF2-40B4-BE49-F238E27FC236}">
                    <a16:creationId xmlns:a16="http://schemas.microsoft.com/office/drawing/2014/main" id="{A7FE668C-57C3-B83C-E15C-4C2D8C35872B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24" name="object 25">
                <a:extLst>
                  <a:ext uri="{FF2B5EF4-FFF2-40B4-BE49-F238E27FC236}">
                    <a16:creationId xmlns:a16="http://schemas.microsoft.com/office/drawing/2014/main" id="{B4C40346-55E8-7A54-3685-C63372BC9745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25" name="object 26">
                <a:extLst>
                  <a:ext uri="{FF2B5EF4-FFF2-40B4-BE49-F238E27FC236}">
                    <a16:creationId xmlns:a16="http://schemas.microsoft.com/office/drawing/2014/main" id="{24843CC7-5A77-986D-9140-09546A9222DF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73C7E933-9CB4-AAC9-76CC-85B83C515837}"/>
              </a:ext>
            </a:extLst>
          </p:cNvPr>
          <p:cNvSpPr txBox="1"/>
          <p:nvPr userDrawn="1"/>
        </p:nvSpPr>
        <p:spPr>
          <a:xfrm>
            <a:off x="437243" y="6373603"/>
            <a:ext cx="6098874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600" spc="-20" baseline="0">
                <a:solidFill>
                  <a:srgbClr val="FFFFFF"/>
                </a:solidFill>
                <a:effectLst/>
              </a:rPr>
              <a:t>© Copyright 2023 Tata Technologies. All rights reserved. All other trademarks are trademarks of their respective owners.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52A6FED-C61E-2B59-B9FB-D70D7F4DFF1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500" y="333374"/>
            <a:ext cx="1775654" cy="126189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6800EBA0-52BB-AB0C-C306-11D3385CAE5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703998" y="6408070"/>
            <a:ext cx="2135346" cy="168971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FDF42C13-909A-A78F-E533-F4A6C5A64EAE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02745" y="-653144"/>
            <a:ext cx="6139168" cy="7193282"/>
          </a:xfrm>
          <a:prstGeom prst="rect">
            <a:avLst/>
          </a:prstGeom>
        </p:spPr>
      </p:pic>
      <p:sp>
        <p:nvSpPr>
          <p:cNvPr id="5" name="hcSlideMaster.Thank you blueHeader" descr="Classification: Public">
            <a:extLst>
              <a:ext uri="{FF2B5EF4-FFF2-40B4-BE49-F238E27FC236}">
                <a16:creationId xmlns:a16="http://schemas.microsoft.com/office/drawing/2014/main" id="{94786589-802F-7BAF-6A2C-923EA4674B7B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008000"/>
                </a:solidFill>
                <a:latin typeface="Microsoft Sans Serif" panose="020B0604020202020204" pitchFamily="34" charset="0"/>
              </a:rPr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41269387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>
            <a:extLst>
              <a:ext uri="{FF2B5EF4-FFF2-40B4-BE49-F238E27FC236}">
                <a16:creationId xmlns:a16="http://schemas.microsoft.com/office/drawing/2014/main" id="{676F08B8-0EF2-276E-D85F-151FA39423C7}"/>
              </a:ext>
            </a:extLst>
          </p:cNvPr>
          <p:cNvSpPr txBox="1"/>
          <p:nvPr userDrawn="1"/>
        </p:nvSpPr>
        <p:spPr>
          <a:xfrm>
            <a:off x="323646" y="1693821"/>
            <a:ext cx="2467781" cy="1265748"/>
          </a:xfrm>
          <a:prstGeom prst="rect">
            <a:avLst/>
          </a:prstGeom>
        </p:spPr>
        <p:txBody>
          <a:bodyPr vert="horz" wrap="square" lIns="0" tIns="31449" rIns="0" bIns="0" rtlCol="0">
            <a:spAutoFit/>
          </a:bodyPr>
          <a:lstStyle/>
          <a:p>
            <a:pPr marL="6418">
              <a:lnSpc>
                <a:spcPct val="120000"/>
              </a:lnSpc>
              <a:spcBef>
                <a:spcPts val="248"/>
              </a:spcBef>
            </a:pPr>
            <a:r>
              <a:rPr sz="1100" spc="81">
                <a:solidFill>
                  <a:srgbClr val="12C6B3"/>
                </a:solidFill>
                <a:latin typeface="DMSans-Medium"/>
                <a:cs typeface="DMSans-Medium"/>
              </a:rPr>
              <a:t>ASIA</a:t>
            </a:r>
            <a:r>
              <a:rPr sz="1100" spc="222">
                <a:solidFill>
                  <a:srgbClr val="12C6B3"/>
                </a:solidFill>
                <a:latin typeface="DMSans-Medium"/>
                <a:cs typeface="DMSans-Medium"/>
              </a:rPr>
              <a:t> </a:t>
            </a:r>
            <a:r>
              <a:rPr sz="1100" spc="71">
                <a:solidFill>
                  <a:srgbClr val="12C6B3"/>
                </a:solidFill>
                <a:latin typeface="DMSans-Medium"/>
                <a:cs typeface="DMSans-Medium"/>
              </a:rPr>
              <a:t>PACIFIC </a:t>
            </a:r>
            <a:endParaRPr sz="1100">
              <a:latin typeface="DMSans-Medium"/>
              <a:cs typeface="DMSans-Medium"/>
            </a:endParaRPr>
          </a:p>
          <a:p>
            <a:pPr marL="6418" marR="2567">
              <a:lnSpc>
                <a:spcPct val="120000"/>
              </a:lnSpc>
            </a:pP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25</a:t>
            </a:r>
            <a:r>
              <a:rPr sz="1100" spc="-18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Rajiv</a:t>
            </a:r>
            <a:r>
              <a:rPr sz="1100" spc="-18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Gandhi</a:t>
            </a:r>
            <a:r>
              <a:rPr sz="1100" spc="-18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Infotech</a:t>
            </a:r>
            <a:r>
              <a:rPr sz="1100" spc="-18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0">
                <a:solidFill>
                  <a:srgbClr val="FFFFFF"/>
                </a:solidFill>
                <a:latin typeface="DM Sans"/>
                <a:cs typeface="DM Sans"/>
              </a:rPr>
              <a:t>Park</a:t>
            </a:r>
            <a:br>
              <a:rPr lang="en-GB" sz="1100" spc="-10">
                <a:solidFill>
                  <a:srgbClr val="FFFFFF"/>
                </a:solidFill>
                <a:latin typeface="DM Sans"/>
                <a:cs typeface="DM Sans"/>
              </a:rPr>
            </a:b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Hinjawadi,</a:t>
            </a:r>
            <a:r>
              <a:rPr sz="1100" spc="-33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0">
                <a:solidFill>
                  <a:srgbClr val="FFFFFF"/>
                </a:solidFill>
                <a:latin typeface="DM Sans"/>
                <a:cs typeface="DM Sans"/>
              </a:rPr>
              <a:t>Pune</a:t>
            </a:r>
            <a:endParaRPr sz="1100">
              <a:latin typeface="DM Sans"/>
              <a:cs typeface="DM Sans"/>
            </a:endParaRPr>
          </a:p>
          <a:p>
            <a:pPr marL="6418" marR="1211032">
              <a:lnSpc>
                <a:spcPct val="120000"/>
              </a:lnSpc>
            </a:pPr>
            <a:r>
              <a:rPr sz="1100" spc="-6">
                <a:solidFill>
                  <a:srgbClr val="FFFFFF"/>
                </a:solidFill>
                <a:latin typeface="DM Sans"/>
                <a:cs typeface="DM Sans"/>
              </a:rPr>
              <a:t>India</a:t>
            </a:r>
            <a:br>
              <a:rPr lang="en-GB" sz="1100" spc="-6">
                <a:solidFill>
                  <a:srgbClr val="FFFFFF"/>
                </a:solidFill>
                <a:latin typeface="DM Sans"/>
                <a:cs typeface="DM Sans"/>
              </a:rPr>
            </a:br>
            <a:r>
              <a:rPr sz="1100" spc="-6">
                <a:solidFill>
                  <a:srgbClr val="FFFFFF"/>
                </a:solidFill>
                <a:latin typeface="DM Sans"/>
                <a:cs typeface="DM Sans"/>
              </a:rPr>
              <a:t>411057</a:t>
            </a:r>
            <a:endParaRPr sz="1100">
              <a:latin typeface="DM Sans"/>
              <a:cs typeface="DM Sans"/>
            </a:endParaRPr>
          </a:p>
          <a:p>
            <a:pPr marL="6418">
              <a:lnSpc>
                <a:spcPct val="120000"/>
              </a:lnSpc>
              <a:spcBef>
                <a:spcPts val="202"/>
              </a:spcBef>
            </a:pPr>
            <a:r>
              <a:rPr sz="1100" spc="-10">
                <a:solidFill>
                  <a:srgbClr val="FFFFFF"/>
                </a:solidFill>
                <a:latin typeface="DM Sans"/>
                <a:cs typeface="DM Sans"/>
              </a:rPr>
              <a:t>Tel:</a:t>
            </a:r>
            <a:r>
              <a:rPr sz="1100" spc="-28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+91</a:t>
            </a:r>
            <a:r>
              <a:rPr sz="1100" spc="-28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20</a:t>
            </a:r>
            <a:r>
              <a:rPr sz="1100" spc="-28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6652</a:t>
            </a:r>
            <a:r>
              <a:rPr sz="1100" spc="-26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0">
                <a:solidFill>
                  <a:srgbClr val="FFFFFF"/>
                </a:solidFill>
                <a:latin typeface="DM Sans"/>
                <a:cs typeface="DM Sans"/>
              </a:rPr>
              <a:t>9090</a:t>
            </a:r>
            <a:endParaRPr sz="1100">
              <a:latin typeface="DM Sans"/>
              <a:cs typeface="DM Sans"/>
            </a:endParaRPr>
          </a:p>
        </p:txBody>
      </p:sp>
      <p:sp>
        <p:nvSpPr>
          <p:cNvPr id="13" name="object 4">
            <a:extLst>
              <a:ext uri="{FF2B5EF4-FFF2-40B4-BE49-F238E27FC236}">
                <a16:creationId xmlns:a16="http://schemas.microsoft.com/office/drawing/2014/main" id="{BF26C33B-9003-AF9E-198E-D60A669D328F}"/>
              </a:ext>
            </a:extLst>
          </p:cNvPr>
          <p:cNvSpPr txBox="1"/>
          <p:nvPr userDrawn="1"/>
        </p:nvSpPr>
        <p:spPr>
          <a:xfrm>
            <a:off x="323646" y="3110922"/>
            <a:ext cx="3097129" cy="1672013"/>
          </a:xfrm>
          <a:prstGeom prst="rect">
            <a:avLst/>
          </a:prstGeom>
        </p:spPr>
        <p:txBody>
          <a:bodyPr vert="horz" wrap="square" lIns="0" tIns="31449" rIns="0" bIns="0" rtlCol="0">
            <a:spAutoFit/>
          </a:bodyPr>
          <a:lstStyle/>
          <a:p>
            <a:pPr marL="6418">
              <a:lnSpc>
                <a:spcPct val="120000"/>
              </a:lnSpc>
              <a:spcBef>
                <a:spcPts val="248"/>
              </a:spcBef>
            </a:pPr>
            <a:r>
              <a:rPr sz="1100" spc="83">
                <a:solidFill>
                  <a:srgbClr val="12C6B3"/>
                </a:solidFill>
                <a:latin typeface="DMSans-Medium"/>
                <a:cs typeface="DMSans-Medium"/>
              </a:rPr>
              <a:t>EUROPE </a:t>
            </a:r>
            <a:endParaRPr sz="1100">
              <a:latin typeface="DMSans-Medium"/>
              <a:cs typeface="DMSans-Medium"/>
            </a:endParaRPr>
          </a:p>
          <a:p>
            <a:pPr marL="6418" marR="2567">
              <a:lnSpc>
                <a:spcPct val="120000"/>
              </a:lnSpc>
            </a:pP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The</a:t>
            </a:r>
            <a:r>
              <a:rPr sz="1100" spc="-12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European</a:t>
            </a:r>
            <a:r>
              <a:rPr sz="1100" spc="-1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6">
                <a:solidFill>
                  <a:srgbClr val="FFFFFF"/>
                </a:solidFill>
                <a:latin typeface="DM Sans"/>
                <a:cs typeface="DM Sans"/>
              </a:rPr>
              <a:t>Innovation</a:t>
            </a:r>
            <a:br>
              <a:rPr lang="en-GB" sz="1100" spc="-10">
                <a:solidFill>
                  <a:srgbClr val="FFFFFF"/>
                </a:solidFill>
                <a:latin typeface="DM Sans"/>
                <a:cs typeface="DM Sans"/>
              </a:rPr>
            </a:br>
            <a:r>
              <a:rPr sz="1100" spc="-12">
                <a:solidFill>
                  <a:srgbClr val="FFFFFF"/>
                </a:solidFill>
                <a:latin typeface="DM Sans"/>
                <a:cs typeface="DM Sans"/>
              </a:rPr>
              <a:t>and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Development</a:t>
            </a:r>
            <a:r>
              <a:rPr sz="1100" spc="-33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Centre</a:t>
            </a:r>
            <a:r>
              <a:rPr sz="1100" spc="-3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6">
                <a:solidFill>
                  <a:srgbClr val="FFFFFF"/>
                </a:solidFill>
                <a:latin typeface="DM Sans"/>
                <a:cs typeface="DM Sans"/>
              </a:rPr>
              <a:t>(EDC)</a:t>
            </a:r>
            <a:br>
              <a:rPr lang="en-GB" sz="1100" spc="-6">
                <a:solidFill>
                  <a:srgbClr val="FFFFFF"/>
                </a:solidFill>
                <a:latin typeface="DM Sans"/>
                <a:cs typeface="DM Sans"/>
              </a:rPr>
            </a:b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Olympus </a:t>
            </a:r>
            <a:r>
              <a:rPr sz="1100" spc="-6">
                <a:solidFill>
                  <a:srgbClr val="FFFFFF"/>
                </a:solidFill>
                <a:latin typeface="DM Sans"/>
                <a:cs typeface="DM Sans"/>
              </a:rPr>
              <a:t>Avenue</a:t>
            </a:r>
            <a:endParaRPr sz="1100">
              <a:latin typeface="DM Sans"/>
              <a:cs typeface="DM Sans"/>
            </a:endParaRPr>
          </a:p>
          <a:p>
            <a:pPr marL="6418" marR="737723">
              <a:lnSpc>
                <a:spcPct val="120000"/>
              </a:lnSpc>
            </a:pPr>
            <a:r>
              <a:rPr sz="1100" spc="-6">
                <a:solidFill>
                  <a:srgbClr val="FFFFFF"/>
                </a:solidFill>
                <a:latin typeface="DM Sans"/>
                <a:cs typeface="DM Sans"/>
              </a:rPr>
              <a:t>Tachbrook</a:t>
            </a:r>
            <a:r>
              <a:rPr sz="1100" spc="-46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0">
                <a:solidFill>
                  <a:srgbClr val="FFFFFF"/>
                </a:solidFill>
                <a:latin typeface="DM Sans"/>
                <a:cs typeface="DM Sans"/>
              </a:rPr>
              <a:t>Park</a:t>
            </a:r>
            <a:br>
              <a:rPr lang="en-GB" sz="1100" spc="-10">
                <a:solidFill>
                  <a:srgbClr val="FFFFFF"/>
                </a:solidFill>
                <a:latin typeface="DM Sans"/>
                <a:cs typeface="DM Sans"/>
              </a:rPr>
            </a:b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Warwick,</a:t>
            </a:r>
            <a:r>
              <a:rPr sz="1100" spc="-46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2">
                <a:solidFill>
                  <a:srgbClr val="FFFFFF"/>
                </a:solidFill>
                <a:latin typeface="DM Sans"/>
                <a:cs typeface="DM Sans"/>
              </a:rPr>
              <a:t>UK</a:t>
            </a:r>
            <a:br>
              <a:rPr lang="en-GB" sz="1100" spc="-12">
                <a:solidFill>
                  <a:srgbClr val="FFFFFF"/>
                </a:solidFill>
                <a:latin typeface="DM Sans"/>
                <a:cs typeface="DM Sans"/>
              </a:rPr>
            </a:b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CV34</a:t>
            </a:r>
            <a:r>
              <a:rPr sz="1100" spc="-18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2">
                <a:solidFill>
                  <a:srgbClr val="FFFFFF"/>
                </a:solidFill>
                <a:latin typeface="DM Sans"/>
                <a:cs typeface="DM Sans"/>
              </a:rPr>
              <a:t>6RJ</a:t>
            </a:r>
            <a:endParaRPr sz="1100">
              <a:latin typeface="DM Sans"/>
              <a:cs typeface="DM Sans"/>
            </a:endParaRPr>
          </a:p>
          <a:p>
            <a:pPr marL="6418">
              <a:lnSpc>
                <a:spcPct val="120000"/>
              </a:lnSpc>
              <a:spcBef>
                <a:spcPts val="202"/>
              </a:spcBef>
            </a:pPr>
            <a:r>
              <a:rPr sz="1100" spc="-10">
                <a:solidFill>
                  <a:srgbClr val="FFFFFF"/>
                </a:solidFill>
                <a:latin typeface="DM Sans"/>
                <a:cs typeface="DM Sans"/>
              </a:rPr>
              <a:t>Tel:</a:t>
            </a:r>
            <a:r>
              <a:rPr sz="1100" spc="-3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+44</a:t>
            </a:r>
            <a:r>
              <a:rPr sz="1100" spc="-28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0">
                <a:solidFill>
                  <a:srgbClr val="FFFFFF"/>
                </a:solidFill>
                <a:latin typeface="DM Sans"/>
                <a:cs typeface="DM Sans"/>
              </a:rPr>
              <a:t>(0)</a:t>
            </a:r>
            <a:r>
              <a:rPr sz="1100" spc="-3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8443</a:t>
            </a:r>
            <a:r>
              <a:rPr sz="1100" spc="-28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759</a:t>
            </a:r>
            <a:r>
              <a:rPr sz="1100" spc="-28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2">
                <a:solidFill>
                  <a:srgbClr val="FFFFFF"/>
                </a:solidFill>
                <a:latin typeface="DM Sans"/>
                <a:cs typeface="DM Sans"/>
              </a:rPr>
              <a:t>685</a:t>
            </a:r>
            <a:endParaRPr sz="1100">
              <a:latin typeface="DM Sans"/>
              <a:cs typeface="DM Sans"/>
            </a:endParaRPr>
          </a:p>
        </p:txBody>
      </p:sp>
      <p:sp>
        <p:nvSpPr>
          <p:cNvPr id="14" name="object 5">
            <a:extLst>
              <a:ext uri="{FF2B5EF4-FFF2-40B4-BE49-F238E27FC236}">
                <a16:creationId xmlns:a16="http://schemas.microsoft.com/office/drawing/2014/main" id="{6A3C39D7-D3DF-5D8A-DB08-939B708E7FE3}"/>
              </a:ext>
            </a:extLst>
          </p:cNvPr>
          <p:cNvSpPr txBox="1"/>
          <p:nvPr userDrawn="1"/>
        </p:nvSpPr>
        <p:spPr>
          <a:xfrm>
            <a:off x="323316" y="4869200"/>
            <a:ext cx="2295732" cy="1291396"/>
          </a:xfrm>
          <a:prstGeom prst="rect">
            <a:avLst/>
          </a:prstGeom>
        </p:spPr>
        <p:txBody>
          <a:bodyPr vert="horz" wrap="square" lIns="0" tIns="31449" rIns="0" bIns="0" rtlCol="0">
            <a:spAutoFit/>
          </a:bodyPr>
          <a:lstStyle/>
          <a:p>
            <a:pPr marL="6418">
              <a:lnSpc>
                <a:spcPct val="120000"/>
              </a:lnSpc>
              <a:spcBef>
                <a:spcPts val="248"/>
              </a:spcBef>
            </a:pPr>
            <a:r>
              <a:rPr sz="1100" spc="86">
                <a:solidFill>
                  <a:srgbClr val="12C6B3"/>
                </a:solidFill>
                <a:latin typeface="DMSans-Medium"/>
                <a:cs typeface="DMSans-Medium"/>
              </a:rPr>
              <a:t>NORTH</a:t>
            </a:r>
            <a:r>
              <a:rPr sz="1100" spc="219">
                <a:solidFill>
                  <a:srgbClr val="12C6B3"/>
                </a:solidFill>
                <a:latin typeface="DMSans-Medium"/>
                <a:cs typeface="DMSans-Medium"/>
              </a:rPr>
              <a:t> </a:t>
            </a:r>
            <a:r>
              <a:rPr sz="1100" spc="86">
                <a:solidFill>
                  <a:srgbClr val="12C6B3"/>
                </a:solidFill>
                <a:latin typeface="DMSans-Medium"/>
                <a:cs typeface="DMSans-Medium"/>
              </a:rPr>
              <a:t>AMERICA</a:t>
            </a:r>
            <a:endParaRPr sz="1100">
              <a:latin typeface="DMSans-Medium"/>
              <a:cs typeface="DMSans-Medium"/>
            </a:endParaRPr>
          </a:p>
          <a:p>
            <a:pPr marL="6418">
              <a:lnSpc>
                <a:spcPct val="120000"/>
              </a:lnSpc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6001 Cass </a:t>
            </a:r>
            <a:r>
              <a:rPr sz="1100" spc="-6">
                <a:solidFill>
                  <a:srgbClr val="FFFFFF"/>
                </a:solidFill>
                <a:latin typeface="DM Sans"/>
                <a:cs typeface="DM Sans"/>
              </a:rPr>
              <a:t>Avenue</a:t>
            </a:r>
            <a:endParaRPr sz="1100">
              <a:latin typeface="DM Sans"/>
              <a:cs typeface="DM Sans"/>
            </a:endParaRPr>
          </a:p>
          <a:p>
            <a:pPr marL="6418" marR="498017">
              <a:lnSpc>
                <a:spcPct val="120000"/>
              </a:lnSpc>
              <a:spcBef>
                <a:spcPts val="2"/>
              </a:spcBef>
            </a:pP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Suite</a:t>
            </a:r>
            <a:r>
              <a:rPr sz="1100" spc="-16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2">
                <a:solidFill>
                  <a:srgbClr val="FFFFFF"/>
                </a:solidFill>
                <a:latin typeface="DM Sans"/>
                <a:cs typeface="DM Sans"/>
              </a:rPr>
              <a:t>600</a:t>
            </a:r>
            <a:br>
              <a:rPr lang="en-GB" sz="1100" spc="-12">
                <a:solidFill>
                  <a:srgbClr val="FFFFFF"/>
                </a:solidFill>
                <a:latin typeface="DM Sans"/>
                <a:cs typeface="DM Sans"/>
              </a:rPr>
            </a:b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Detroit</a:t>
            </a:r>
            <a:r>
              <a:rPr sz="1100" spc="-36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2">
                <a:solidFill>
                  <a:srgbClr val="FFFFFF"/>
                </a:solidFill>
                <a:latin typeface="DM Sans"/>
                <a:cs typeface="DM Sans"/>
              </a:rPr>
              <a:t>MI</a:t>
            </a:r>
            <a:br>
              <a:rPr lang="en-GB" sz="1100" spc="-12">
                <a:solidFill>
                  <a:srgbClr val="FFFFFF"/>
                </a:solidFill>
                <a:latin typeface="DM Sans"/>
                <a:cs typeface="DM Sans"/>
              </a:rPr>
            </a:b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USA </a:t>
            </a:r>
            <a:r>
              <a:rPr sz="1100" spc="-10">
                <a:solidFill>
                  <a:srgbClr val="FFFFFF"/>
                </a:solidFill>
                <a:latin typeface="DM Sans"/>
                <a:cs typeface="DM Sans"/>
              </a:rPr>
              <a:t>48202</a:t>
            </a:r>
            <a:endParaRPr sz="1100">
              <a:latin typeface="DM Sans"/>
              <a:cs typeface="DM Sans"/>
            </a:endParaRPr>
          </a:p>
          <a:p>
            <a:pPr marL="6418">
              <a:lnSpc>
                <a:spcPct val="120000"/>
              </a:lnSpc>
              <a:spcBef>
                <a:spcPts val="200"/>
              </a:spcBef>
            </a:pPr>
            <a:r>
              <a:rPr sz="1100" spc="-10">
                <a:solidFill>
                  <a:srgbClr val="FFFFFF"/>
                </a:solidFill>
                <a:latin typeface="DM Sans"/>
                <a:cs typeface="DM Sans"/>
              </a:rPr>
              <a:t>Tel:</a:t>
            </a:r>
            <a:r>
              <a:rPr sz="1100" spc="-16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+1</a:t>
            </a:r>
            <a:r>
              <a:rPr sz="1100" spc="-16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248</a:t>
            </a:r>
            <a:r>
              <a:rPr sz="1100" spc="-16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426</a:t>
            </a:r>
            <a:r>
              <a:rPr sz="1100" spc="-16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0">
                <a:solidFill>
                  <a:srgbClr val="FFFFFF"/>
                </a:solidFill>
                <a:latin typeface="DM Sans"/>
                <a:cs typeface="DM Sans"/>
              </a:rPr>
              <a:t>1482</a:t>
            </a:r>
            <a:endParaRPr sz="1100">
              <a:latin typeface="DM Sans"/>
              <a:cs typeface="DM Sans"/>
            </a:endParaRPr>
          </a:p>
        </p:txBody>
      </p:sp>
      <p:sp>
        <p:nvSpPr>
          <p:cNvPr id="16" name="object 7">
            <a:extLst>
              <a:ext uri="{FF2B5EF4-FFF2-40B4-BE49-F238E27FC236}">
                <a16:creationId xmlns:a16="http://schemas.microsoft.com/office/drawing/2014/main" id="{923C88B8-5438-2D75-3F88-60E1DEB762A3}"/>
              </a:ext>
            </a:extLst>
          </p:cNvPr>
          <p:cNvSpPr txBox="1"/>
          <p:nvPr userDrawn="1"/>
        </p:nvSpPr>
        <p:spPr>
          <a:xfrm>
            <a:off x="9742354" y="1921198"/>
            <a:ext cx="2233746" cy="1739581"/>
          </a:xfrm>
          <a:prstGeom prst="rect">
            <a:avLst/>
          </a:prstGeom>
        </p:spPr>
        <p:txBody>
          <a:bodyPr vert="horz" wrap="square" lIns="0" tIns="6098" rIns="0" bIns="0" rtlCol="0">
            <a:spAutoFit/>
          </a:bodyPr>
          <a:lstStyle/>
          <a:p>
            <a:pPr marL="198308" marR="577278">
              <a:lnSpc>
                <a:spcPct val="150000"/>
              </a:lnSpc>
              <a:spcBef>
                <a:spcPts val="48"/>
              </a:spcBef>
            </a:pPr>
            <a:r>
              <a:rPr sz="1100" spc="-6">
                <a:solidFill>
                  <a:srgbClr val="FFFFFF"/>
                </a:solidFill>
                <a:latin typeface="DM Sans"/>
                <a:cs typeface="DM Sans"/>
              </a:rPr>
              <a:t>/TataTechnologies </a:t>
            </a:r>
            <a:br>
              <a:rPr lang="en-GB" sz="1100" spc="-6">
                <a:solidFill>
                  <a:srgbClr val="FFFFFF"/>
                </a:solidFill>
                <a:latin typeface="DM Sans"/>
                <a:cs typeface="DM Sans"/>
              </a:rPr>
            </a:br>
            <a:r>
              <a:rPr sz="1100" spc="-6">
                <a:solidFill>
                  <a:srgbClr val="FFFFFF"/>
                </a:solidFill>
                <a:latin typeface="DM Sans"/>
                <a:cs typeface="DM Sans"/>
              </a:rPr>
              <a:t>@tatatechnologies</a:t>
            </a:r>
            <a:br>
              <a:rPr lang="en-GB" sz="1100" spc="0">
                <a:solidFill>
                  <a:schemeClr val="tx1"/>
                </a:solidFill>
                <a:latin typeface="DM Sans"/>
                <a:cs typeface="DM Sans"/>
              </a:rPr>
            </a:br>
            <a:r>
              <a:rPr sz="1100" spc="-6">
                <a:solidFill>
                  <a:srgbClr val="FFFFFF"/>
                </a:solidFill>
                <a:latin typeface="DM Sans"/>
                <a:cs typeface="DM Sans"/>
              </a:rPr>
              <a:t>/TataTech_News</a:t>
            </a:r>
            <a:br>
              <a:rPr lang="en-GB" sz="1100" spc="0">
                <a:solidFill>
                  <a:schemeClr val="tx1"/>
                </a:solidFill>
                <a:latin typeface="DM Sans"/>
                <a:cs typeface="DM Sans"/>
              </a:rPr>
            </a:br>
            <a:r>
              <a:rPr sz="1100" spc="-6">
                <a:solidFill>
                  <a:srgbClr val="FFFFFF"/>
                </a:solidFill>
                <a:latin typeface="DM Sans"/>
                <a:cs typeface="DM Sans"/>
              </a:rPr>
              <a:t>/TataTechnologies</a:t>
            </a:r>
            <a:br>
              <a:rPr lang="en-GB" sz="1100" spc="0">
                <a:solidFill>
                  <a:schemeClr val="tx1"/>
                </a:solidFill>
                <a:latin typeface="DM Sans"/>
                <a:cs typeface="DM Sans"/>
              </a:rPr>
            </a:br>
            <a:r>
              <a:rPr sz="1100" spc="-6">
                <a:solidFill>
                  <a:srgbClr val="FFFFFF"/>
                </a:solidFill>
                <a:latin typeface="DM Sans"/>
                <a:cs typeface="DM Sans"/>
              </a:rPr>
              <a:t>/TataTechnologies</a:t>
            </a:r>
            <a:endParaRPr sz="1100">
              <a:latin typeface="DM Sans"/>
              <a:cs typeface="DM Sans"/>
            </a:endParaRPr>
          </a:p>
          <a:p>
            <a:pPr marL="6418">
              <a:lnSpc>
                <a:spcPct val="150000"/>
              </a:lnSpc>
              <a:spcBef>
                <a:spcPts val="958"/>
              </a:spcBef>
            </a:pPr>
            <a:r>
              <a:rPr sz="1600" spc="-6">
                <a:solidFill>
                  <a:srgbClr val="12C6B3"/>
                </a:solidFill>
                <a:latin typeface="DM Sans"/>
                <a:cs typeface="DM Sans"/>
              </a:rPr>
              <a:t>tatatechnologies.com</a:t>
            </a:r>
            <a:endParaRPr sz="1600">
              <a:latin typeface="DM Sans"/>
              <a:cs typeface="DM Sans"/>
            </a:endParaRPr>
          </a:p>
        </p:txBody>
      </p:sp>
      <p:pic>
        <p:nvPicPr>
          <p:cNvPr id="25" name="Graphic 24">
            <a:extLst>
              <a:ext uri="{FF2B5EF4-FFF2-40B4-BE49-F238E27FC236}">
                <a16:creationId xmlns:a16="http://schemas.microsoft.com/office/drawing/2014/main" id="{9E75AABC-1D3F-ED3D-D014-E03BF4DD33A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50004" y="2021240"/>
            <a:ext cx="132408" cy="132408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D1F38D71-2C71-CD1F-67F5-81B2893EF01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41177" y="3002251"/>
            <a:ext cx="146107" cy="136976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381269AE-972C-53B4-D8B7-98BE52DD5285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741177" y="2507579"/>
            <a:ext cx="150062" cy="12358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13A46D62-9014-4131-D10C-A48F660767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3480"/>
          <a:stretch/>
        </p:blipFill>
        <p:spPr>
          <a:xfrm>
            <a:off x="9733024" y="2771732"/>
            <a:ext cx="166369" cy="113862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D16FBCCA-8A9C-57F9-EB5A-94CAD1FA3A4D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750004" y="2274945"/>
            <a:ext cx="132408" cy="132408"/>
          </a:xfrm>
          <a:prstGeom prst="rect">
            <a:avLst/>
          </a:prstGeom>
        </p:spPr>
      </p:pic>
      <p:grpSp>
        <p:nvGrpSpPr>
          <p:cNvPr id="37" name="Group 36">
            <a:extLst>
              <a:ext uri="{FF2B5EF4-FFF2-40B4-BE49-F238E27FC236}">
                <a16:creationId xmlns:a16="http://schemas.microsoft.com/office/drawing/2014/main" id="{012E4E5D-C822-2EBA-AF22-2AEE010CC154}"/>
              </a:ext>
            </a:extLst>
          </p:cNvPr>
          <p:cNvGrpSpPr/>
          <p:nvPr userDrawn="1"/>
        </p:nvGrpSpPr>
        <p:grpSpPr>
          <a:xfrm>
            <a:off x="11084200" y="316625"/>
            <a:ext cx="761725" cy="157981"/>
            <a:chOff x="9242701" y="249950"/>
            <a:chExt cx="652960" cy="135423"/>
          </a:xfrm>
        </p:grpSpPr>
        <p:sp>
          <p:nvSpPr>
            <p:cNvPr id="38" name="object 6">
              <a:extLst>
                <a:ext uri="{FF2B5EF4-FFF2-40B4-BE49-F238E27FC236}">
                  <a16:creationId xmlns:a16="http://schemas.microsoft.com/office/drawing/2014/main" id="{F5A0F20E-7471-B72F-242E-62B531EBBA02}"/>
                </a:ext>
              </a:extLst>
            </p:cNvPr>
            <p:cNvSpPr/>
            <p:nvPr/>
          </p:nvSpPr>
          <p:spPr>
            <a:xfrm>
              <a:off x="9571215" y="268829"/>
              <a:ext cx="122588" cy="103011"/>
            </a:xfrm>
            <a:custGeom>
              <a:avLst/>
              <a:gdLst/>
              <a:ahLst/>
              <a:cxnLst/>
              <a:rect l="l" t="t" r="r" b="b"/>
              <a:pathLst>
                <a:path w="242569" h="203834">
                  <a:moveTo>
                    <a:pt x="163104" y="0"/>
                  </a:moveTo>
                  <a:lnTo>
                    <a:pt x="77442" y="0"/>
                  </a:lnTo>
                  <a:lnTo>
                    <a:pt x="0" y="203229"/>
                  </a:lnTo>
                  <a:lnTo>
                    <a:pt x="78353" y="203229"/>
                  </a:lnTo>
                  <a:lnTo>
                    <a:pt x="12027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7">
              <a:extLst>
                <a:ext uri="{FF2B5EF4-FFF2-40B4-BE49-F238E27FC236}">
                  <a16:creationId xmlns:a16="http://schemas.microsoft.com/office/drawing/2014/main" id="{0FA289AB-5950-69E5-7E38-BD63CD501E91}"/>
                </a:ext>
              </a:extLst>
            </p:cNvPr>
            <p:cNvSpPr/>
            <p:nvPr/>
          </p:nvSpPr>
          <p:spPr>
            <a:xfrm>
              <a:off x="9772920" y="268829"/>
              <a:ext cx="122588" cy="103011"/>
            </a:xfrm>
            <a:custGeom>
              <a:avLst/>
              <a:gdLst/>
              <a:ahLst/>
              <a:cxnLst/>
              <a:rect l="l" t="t" r="r" b="b"/>
              <a:pathLst>
                <a:path w="242569" h="203834">
                  <a:moveTo>
                    <a:pt x="163125" y="0"/>
                  </a:moveTo>
                  <a:lnTo>
                    <a:pt x="77453" y="0"/>
                  </a:lnTo>
                  <a:lnTo>
                    <a:pt x="0" y="203229"/>
                  </a:lnTo>
                  <a:lnTo>
                    <a:pt x="79285" y="203229"/>
                  </a:lnTo>
                  <a:lnTo>
                    <a:pt x="12028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40" name="object 8">
              <a:extLst>
                <a:ext uri="{FF2B5EF4-FFF2-40B4-BE49-F238E27FC236}">
                  <a16:creationId xmlns:a16="http://schemas.microsoft.com/office/drawing/2014/main" id="{CB03E7B7-4899-9258-ACC1-BF186B9180B6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46" name="object 9">
                <a:extLst>
                  <a:ext uri="{FF2B5EF4-FFF2-40B4-BE49-F238E27FC236}">
                    <a16:creationId xmlns:a16="http://schemas.microsoft.com/office/drawing/2014/main" id="{87FADE85-A416-FC74-7EB3-B815C06B9220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47" name="object 10">
                <a:extLst>
                  <a:ext uri="{FF2B5EF4-FFF2-40B4-BE49-F238E27FC236}">
                    <a16:creationId xmlns:a16="http://schemas.microsoft.com/office/drawing/2014/main" id="{6652C85E-10AB-F076-C344-1B1811E88CA1}"/>
                  </a:ext>
                </a:extLst>
              </p:cNvPr>
              <p:cNvPicPr/>
              <p:nvPr/>
            </p:nvPicPr>
            <p:blipFill>
              <a:blip r:embed="rId11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48" name="object 11">
                <a:extLst>
                  <a:ext uri="{FF2B5EF4-FFF2-40B4-BE49-F238E27FC236}">
                    <a16:creationId xmlns:a16="http://schemas.microsoft.com/office/drawing/2014/main" id="{430224B0-A0D4-0745-0A0A-F95198FAD892}"/>
                  </a:ext>
                </a:extLst>
              </p:cNvPr>
              <p:cNvPicPr/>
              <p:nvPr/>
            </p:nvPicPr>
            <p:blipFill>
              <a:blip r:embed="rId1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  <p:sp>
          <p:nvSpPr>
            <p:cNvPr id="41" name="object 22">
              <a:extLst>
                <a:ext uri="{FF2B5EF4-FFF2-40B4-BE49-F238E27FC236}">
                  <a16:creationId xmlns:a16="http://schemas.microsoft.com/office/drawing/2014/main" id="{8826A970-02DC-C41C-A705-05879B32AE33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42" name="object 23">
              <a:extLst>
                <a:ext uri="{FF2B5EF4-FFF2-40B4-BE49-F238E27FC236}">
                  <a16:creationId xmlns:a16="http://schemas.microsoft.com/office/drawing/2014/main" id="{37D147A8-D3E3-B4B6-EDBB-19B01B294B22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43" name="object 24">
                <a:extLst>
                  <a:ext uri="{FF2B5EF4-FFF2-40B4-BE49-F238E27FC236}">
                    <a16:creationId xmlns:a16="http://schemas.microsoft.com/office/drawing/2014/main" id="{112D2006-19F3-7134-0287-D1CCD0E61AA6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44" name="object 25">
                <a:extLst>
                  <a:ext uri="{FF2B5EF4-FFF2-40B4-BE49-F238E27FC236}">
                    <a16:creationId xmlns:a16="http://schemas.microsoft.com/office/drawing/2014/main" id="{CFF13B7E-B12D-6EFA-970E-24B4B87CA339}"/>
                  </a:ext>
                </a:extLst>
              </p:cNvPr>
              <p:cNvPicPr/>
              <p:nvPr/>
            </p:nvPicPr>
            <p:blipFill>
              <a:blip r:embed="rId11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45" name="object 26">
                <a:extLst>
                  <a:ext uri="{FF2B5EF4-FFF2-40B4-BE49-F238E27FC236}">
                    <a16:creationId xmlns:a16="http://schemas.microsoft.com/office/drawing/2014/main" id="{1CDE3C13-1150-B6C6-1277-D870DCCDD718}"/>
                  </a:ext>
                </a:extLst>
              </p:cNvPr>
              <p:cNvPicPr/>
              <p:nvPr/>
            </p:nvPicPr>
            <p:blipFill>
              <a:blip r:embed="rId1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23F6EF5E-0034-969A-562B-6DE58C861065}"/>
              </a:ext>
            </a:extLst>
          </p:cNvPr>
          <p:cNvSpPr txBox="1"/>
          <p:nvPr userDrawn="1"/>
        </p:nvSpPr>
        <p:spPr>
          <a:xfrm>
            <a:off x="437243" y="6373603"/>
            <a:ext cx="6098874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600" spc="-20" baseline="0">
                <a:solidFill>
                  <a:srgbClr val="FFFFFF"/>
                </a:solidFill>
                <a:effectLst/>
              </a:rPr>
              <a:t>© Copyright 2023 Tata Technologies. All rights reserved. All other trademarks are trademarks of their respective owners.</a:t>
            </a:r>
          </a:p>
        </p:txBody>
      </p:sp>
      <p:sp>
        <p:nvSpPr>
          <p:cNvPr id="2" name="Rectangle 1">
            <a:hlinkClick r:id="rId13"/>
            <a:extLst>
              <a:ext uri="{FF2B5EF4-FFF2-40B4-BE49-F238E27FC236}">
                <a16:creationId xmlns:a16="http://schemas.microsoft.com/office/drawing/2014/main" id="{EA0A9CE0-2443-7657-7D67-B984454063A3}"/>
              </a:ext>
            </a:extLst>
          </p:cNvPr>
          <p:cNvSpPr/>
          <p:nvPr userDrawn="1"/>
        </p:nvSpPr>
        <p:spPr>
          <a:xfrm>
            <a:off x="9685821" y="3392558"/>
            <a:ext cx="2156930" cy="2682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hlinkClick r:id="rId14"/>
            <a:extLst>
              <a:ext uri="{FF2B5EF4-FFF2-40B4-BE49-F238E27FC236}">
                <a16:creationId xmlns:a16="http://schemas.microsoft.com/office/drawing/2014/main" id="{91752C5D-215E-98D2-E98E-44E992D2A7B4}"/>
              </a:ext>
            </a:extLst>
          </p:cNvPr>
          <p:cNvSpPr/>
          <p:nvPr userDrawn="1"/>
        </p:nvSpPr>
        <p:spPr>
          <a:xfrm>
            <a:off x="9684255" y="1988457"/>
            <a:ext cx="1496841" cy="1724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hlinkClick r:id="rId15"/>
            <a:extLst>
              <a:ext uri="{FF2B5EF4-FFF2-40B4-BE49-F238E27FC236}">
                <a16:creationId xmlns:a16="http://schemas.microsoft.com/office/drawing/2014/main" id="{19F46B21-66D1-0DFD-103B-95E43BFAA2BF}"/>
              </a:ext>
            </a:extLst>
          </p:cNvPr>
          <p:cNvSpPr/>
          <p:nvPr userDrawn="1"/>
        </p:nvSpPr>
        <p:spPr>
          <a:xfrm>
            <a:off x="9684255" y="2249714"/>
            <a:ext cx="1496841" cy="1724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hlinkClick r:id="rId16"/>
            <a:extLst>
              <a:ext uri="{FF2B5EF4-FFF2-40B4-BE49-F238E27FC236}">
                <a16:creationId xmlns:a16="http://schemas.microsoft.com/office/drawing/2014/main" id="{09F7D139-17BA-3E48-242D-F6E58C36CCAF}"/>
              </a:ext>
            </a:extLst>
          </p:cNvPr>
          <p:cNvSpPr/>
          <p:nvPr userDrawn="1"/>
        </p:nvSpPr>
        <p:spPr>
          <a:xfrm>
            <a:off x="9684255" y="2481943"/>
            <a:ext cx="1496841" cy="1724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hlinkClick r:id="rId17"/>
            <a:extLst>
              <a:ext uri="{FF2B5EF4-FFF2-40B4-BE49-F238E27FC236}">
                <a16:creationId xmlns:a16="http://schemas.microsoft.com/office/drawing/2014/main" id="{109A6B67-AA4A-ED79-EED9-DC6273750977}"/>
              </a:ext>
            </a:extLst>
          </p:cNvPr>
          <p:cNvSpPr/>
          <p:nvPr userDrawn="1"/>
        </p:nvSpPr>
        <p:spPr>
          <a:xfrm>
            <a:off x="9684255" y="2735943"/>
            <a:ext cx="1496841" cy="1724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hlinkClick r:id="rId18"/>
            <a:extLst>
              <a:ext uri="{FF2B5EF4-FFF2-40B4-BE49-F238E27FC236}">
                <a16:creationId xmlns:a16="http://schemas.microsoft.com/office/drawing/2014/main" id="{FD563222-153D-8597-37B4-77F2E2529095}"/>
              </a:ext>
            </a:extLst>
          </p:cNvPr>
          <p:cNvSpPr/>
          <p:nvPr userDrawn="1"/>
        </p:nvSpPr>
        <p:spPr>
          <a:xfrm>
            <a:off x="9684255" y="2982686"/>
            <a:ext cx="1496841" cy="1724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305EA7-56BB-D911-FA67-8B27050628BE}"/>
              </a:ext>
            </a:extLst>
          </p:cNvPr>
          <p:cNvPicPr>
            <a:picLocks noChangeAspect="1"/>
          </p:cNvPicPr>
          <p:nvPr userDrawn="1"/>
        </p:nvPicPr>
        <p:blipFill>
          <a:blip r:embed="rId1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500" y="333374"/>
            <a:ext cx="1775654" cy="126189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5C57733D-12E9-96DF-C658-3857341A6906}"/>
              </a:ext>
            </a:extLst>
          </p:cNvPr>
          <p:cNvPicPr>
            <a:picLocks noChangeAspect="1"/>
          </p:cNvPicPr>
          <p:nvPr userDrawn="1"/>
        </p:nvPicPr>
        <p:blipFill>
          <a:blip r:embed="rId20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9703998" y="6408070"/>
            <a:ext cx="2135346" cy="168971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1884B874-4F77-9C17-7B83-798345FABCE5}"/>
              </a:ext>
            </a:extLst>
          </p:cNvPr>
          <p:cNvPicPr>
            <a:picLocks noChangeAspect="1"/>
          </p:cNvPicPr>
          <p:nvPr userDrawn="1"/>
        </p:nvPicPr>
        <p:blipFill>
          <a:blip r:embed="rId2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099533" y="160020"/>
            <a:ext cx="2729004" cy="6393180"/>
          </a:xfrm>
          <a:prstGeom prst="rect">
            <a:avLst/>
          </a:prstGeom>
        </p:spPr>
      </p:pic>
      <p:sp>
        <p:nvSpPr>
          <p:cNvPr id="10" name="hcSlideMaster.Closing slideHeader" descr="Classification: Public">
            <a:extLst>
              <a:ext uri="{FF2B5EF4-FFF2-40B4-BE49-F238E27FC236}">
                <a16:creationId xmlns:a16="http://schemas.microsoft.com/office/drawing/2014/main" id="{3BB232C0-0701-CF36-15EE-D42885348074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008000"/>
                </a:solidFill>
                <a:latin typeface="Microsoft Sans Serif" panose="020B0604020202020204" pitchFamily="34" charset="0"/>
              </a:rPr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3407827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>
            <a:extLst>
              <a:ext uri="{FF2B5EF4-FFF2-40B4-BE49-F238E27FC236}">
                <a16:creationId xmlns:a16="http://schemas.microsoft.com/office/drawing/2014/main" id="{676F08B8-0EF2-276E-D85F-151FA39423C7}"/>
              </a:ext>
            </a:extLst>
          </p:cNvPr>
          <p:cNvSpPr txBox="1"/>
          <p:nvPr userDrawn="1"/>
        </p:nvSpPr>
        <p:spPr>
          <a:xfrm>
            <a:off x="323646" y="1693821"/>
            <a:ext cx="2467781" cy="1265748"/>
          </a:xfrm>
          <a:prstGeom prst="rect">
            <a:avLst/>
          </a:prstGeom>
        </p:spPr>
        <p:txBody>
          <a:bodyPr vert="horz" wrap="square" lIns="0" tIns="31449" rIns="0" bIns="0" rtlCol="0">
            <a:spAutoFit/>
          </a:bodyPr>
          <a:lstStyle/>
          <a:p>
            <a:pPr marL="6418">
              <a:lnSpc>
                <a:spcPct val="120000"/>
              </a:lnSpc>
              <a:spcBef>
                <a:spcPts val="248"/>
              </a:spcBef>
            </a:pPr>
            <a:r>
              <a:rPr sz="1100" spc="81">
                <a:solidFill>
                  <a:srgbClr val="12C6B3"/>
                </a:solidFill>
                <a:latin typeface="DMSans-Medium"/>
                <a:cs typeface="DMSans-Medium"/>
              </a:rPr>
              <a:t>ASIA</a:t>
            </a:r>
            <a:r>
              <a:rPr sz="1100" spc="222">
                <a:solidFill>
                  <a:srgbClr val="12C6B3"/>
                </a:solidFill>
                <a:latin typeface="DMSans-Medium"/>
                <a:cs typeface="DMSans-Medium"/>
              </a:rPr>
              <a:t> </a:t>
            </a:r>
            <a:r>
              <a:rPr sz="1100" spc="71">
                <a:solidFill>
                  <a:srgbClr val="12C6B3"/>
                </a:solidFill>
                <a:latin typeface="DMSans-Medium"/>
                <a:cs typeface="DMSans-Medium"/>
              </a:rPr>
              <a:t>PACIFIC </a:t>
            </a:r>
            <a:endParaRPr sz="1100">
              <a:latin typeface="DMSans-Medium"/>
              <a:cs typeface="DMSans-Medium"/>
            </a:endParaRPr>
          </a:p>
          <a:p>
            <a:pPr marL="6418" marR="2567">
              <a:lnSpc>
                <a:spcPct val="120000"/>
              </a:lnSpc>
            </a:pP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25</a:t>
            </a:r>
            <a:r>
              <a:rPr sz="1100" spc="-18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Rajiv</a:t>
            </a:r>
            <a:r>
              <a:rPr sz="1100" spc="-18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Gandhi</a:t>
            </a:r>
            <a:r>
              <a:rPr sz="1100" spc="-18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Infotech</a:t>
            </a:r>
            <a:r>
              <a:rPr sz="1100" spc="-18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0">
                <a:solidFill>
                  <a:srgbClr val="FFFFFF"/>
                </a:solidFill>
                <a:latin typeface="DM Sans"/>
                <a:cs typeface="DM Sans"/>
              </a:rPr>
              <a:t>Park</a:t>
            </a:r>
            <a:br>
              <a:rPr lang="en-GB" sz="1100" spc="-10">
                <a:solidFill>
                  <a:srgbClr val="FFFFFF"/>
                </a:solidFill>
                <a:latin typeface="DM Sans"/>
                <a:cs typeface="DM Sans"/>
              </a:rPr>
            </a:b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Hinjawadi,</a:t>
            </a:r>
            <a:r>
              <a:rPr sz="1100" spc="-33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0">
                <a:solidFill>
                  <a:srgbClr val="FFFFFF"/>
                </a:solidFill>
                <a:latin typeface="DM Sans"/>
                <a:cs typeface="DM Sans"/>
              </a:rPr>
              <a:t>Pune</a:t>
            </a:r>
            <a:endParaRPr sz="1100">
              <a:latin typeface="DM Sans"/>
              <a:cs typeface="DM Sans"/>
            </a:endParaRPr>
          </a:p>
          <a:p>
            <a:pPr marL="6418" marR="1211032">
              <a:lnSpc>
                <a:spcPct val="120000"/>
              </a:lnSpc>
            </a:pPr>
            <a:r>
              <a:rPr sz="1100" spc="-6">
                <a:solidFill>
                  <a:srgbClr val="FFFFFF"/>
                </a:solidFill>
                <a:latin typeface="DM Sans"/>
                <a:cs typeface="DM Sans"/>
              </a:rPr>
              <a:t>India</a:t>
            </a:r>
            <a:br>
              <a:rPr lang="en-GB" sz="1100" spc="-6">
                <a:solidFill>
                  <a:srgbClr val="FFFFFF"/>
                </a:solidFill>
                <a:latin typeface="DM Sans"/>
                <a:cs typeface="DM Sans"/>
              </a:rPr>
            </a:br>
            <a:r>
              <a:rPr sz="1100" spc="-6">
                <a:solidFill>
                  <a:srgbClr val="FFFFFF"/>
                </a:solidFill>
                <a:latin typeface="DM Sans"/>
                <a:cs typeface="DM Sans"/>
              </a:rPr>
              <a:t>411057</a:t>
            </a:r>
            <a:endParaRPr sz="1100">
              <a:latin typeface="DM Sans"/>
              <a:cs typeface="DM Sans"/>
            </a:endParaRPr>
          </a:p>
          <a:p>
            <a:pPr marL="6418">
              <a:lnSpc>
                <a:spcPct val="120000"/>
              </a:lnSpc>
              <a:spcBef>
                <a:spcPts val="202"/>
              </a:spcBef>
            </a:pPr>
            <a:r>
              <a:rPr sz="1100" spc="-10">
                <a:solidFill>
                  <a:srgbClr val="FFFFFF"/>
                </a:solidFill>
                <a:latin typeface="DM Sans"/>
                <a:cs typeface="DM Sans"/>
              </a:rPr>
              <a:t>Tel:</a:t>
            </a:r>
            <a:r>
              <a:rPr sz="1100" spc="-28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+91</a:t>
            </a:r>
            <a:r>
              <a:rPr sz="1100" spc="-28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20</a:t>
            </a:r>
            <a:r>
              <a:rPr sz="1100" spc="-28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6652</a:t>
            </a:r>
            <a:r>
              <a:rPr sz="1100" spc="-26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0">
                <a:solidFill>
                  <a:srgbClr val="FFFFFF"/>
                </a:solidFill>
                <a:latin typeface="DM Sans"/>
                <a:cs typeface="DM Sans"/>
              </a:rPr>
              <a:t>9090</a:t>
            </a:r>
            <a:endParaRPr sz="1100">
              <a:latin typeface="DM Sans"/>
              <a:cs typeface="DM Sans"/>
            </a:endParaRPr>
          </a:p>
        </p:txBody>
      </p:sp>
      <p:sp>
        <p:nvSpPr>
          <p:cNvPr id="13" name="object 4">
            <a:extLst>
              <a:ext uri="{FF2B5EF4-FFF2-40B4-BE49-F238E27FC236}">
                <a16:creationId xmlns:a16="http://schemas.microsoft.com/office/drawing/2014/main" id="{BF26C33B-9003-AF9E-198E-D60A669D328F}"/>
              </a:ext>
            </a:extLst>
          </p:cNvPr>
          <p:cNvSpPr txBox="1"/>
          <p:nvPr userDrawn="1"/>
        </p:nvSpPr>
        <p:spPr>
          <a:xfrm>
            <a:off x="323646" y="3110922"/>
            <a:ext cx="3097129" cy="1672013"/>
          </a:xfrm>
          <a:prstGeom prst="rect">
            <a:avLst/>
          </a:prstGeom>
        </p:spPr>
        <p:txBody>
          <a:bodyPr vert="horz" wrap="square" lIns="0" tIns="31449" rIns="0" bIns="0" rtlCol="0">
            <a:spAutoFit/>
          </a:bodyPr>
          <a:lstStyle/>
          <a:p>
            <a:pPr marL="6418">
              <a:lnSpc>
                <a:spcPct val="120000"/>
              </a:lnSpc>
              <a:spcBef>
                <a:spcPts val="248"/>
              </a:spcBef>
            </a:pPr>
            <a:r>
              <a:rPr sz="1100" spc="83">
                <a:solidFill>
                  <a:srgbClr val="12C6B3"/>
                </a:solidFill>
                <a:latin typeface="DMSans-Medium"/>
                <a:cs typeface="DMSans-Medium"/>
              </a:rPr>
              <a:t>EUROPE </a:t>
            </a:r>
            <a:endParaRPr sz="1100">
              <a:latin typeface="DMSans-Medium"/>
              <a:cs typeface="DMSans-Medium"/>
            </a:endParaRPr>
          </a:p>
          <a:p>
            <a:pPr marL="6418" marR="2567">
              <a:lnSpc>
                <a:spcPct val="120000"/>
              </a:lnSpc>
            </a:pP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The</a:t>
            </a:r>
            <a:r>
              <a:rPr sz="1100" spc="-12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European</a:t>
            </a:r>
            <a:r>
              <a:rPr sz="1100" spc="-1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6">
                <a:solidFill>
                  <a:srgbClr val="FFFFFF"/>
                </a:solidFill>
                <a:latin typeface="DM Sans"/>
                <a:cs typeface="DM Sans"/>
              </a:rPr>
              <a:t>Innovation</a:t>
            </a:r>
            <a:br>
              <a:rPr lang="en-GB" sz="1100" spc="-10">
                <a:solidFill>
                  <a:srgbClr val="FFFFFF"/>
                </a:solidFill>
                <a:latin typeface="DM Sans"/>
                <a:cs typeface="DM Sans"/>
              </a:rPr>
            </a:br>
            <a:r>
              <a:rPr sz="1100" spc="-12">
                <a:solidFill>
                  <a:srgbClr val="FFFFFF"/>
                </a:solidFill>
                <a:latin typeface="DM Sans"/>
                <a:cs typeface="DM Sans"/>
              </a:rPr>
              <a:t>and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Development</a:t>
            </a:r>
            <a:r>
              <a:rPr sz="1100" spc="-33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Centre</a:t>
            </a:r>
            <a:r>
              <a:rPr sz="1100" spc="-3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6">
                <a:solidFill>
                  <a:srgbClr val="FFFFFF"/>
                </a:solidFill>
                <a:latin typeface="DM Sans"/>
                <a:cs typeface="DM Sans"/>
              </a:rPr>
              <a:t>(E</a:t>
            </a:r>
            <a:r>
              <a:rPr lang="en-US" sz="1100" spc="-6">
                <a:solidFill>
                  <a:srgbClr val="FFFFFF"/>
                </a:solidFill>
                <a:latin typeface="DM Sans"/>
                <a:cs typeface="DM Sans"/>
              </a:rPr>
              <a:t>I</a:t>
            </a:r>
            <a:r>
              <a:rPr sz="1100" spc="-6">
                <a:solidFill>
                  <a:srgbClr val="FFFFFF"/>
                </a:solidFill>
                <a:latin typeface="DM Sans"/>
                <a:cs typeface="DM Sans"/>
              </a:rPr>
              <a:t>DC)</a:t>
            </a:r>
            <a:br>
              <a:rPr lang="en-GB" sz="1100" spc="-6">
                <a:solidFill>
                  <a:srgbClr val="FFFFFF"/>
                </a:solidFill>
                <a:latin typeface="DM Sans"/>
                <a:cs typeface="DM Sans"/>
              </a:rPr>
            </a:b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Olympus </a:t>
            </a:r>
            <a:r>
              <a:rPr sz="1100" spc="-6">
                <a:solidFill>
                  <a:srgbClr val="FFFFFF"/>
                </a:solidFill>
                <a:latin typeface="DM Sans"/>
                <a:cs typeface="DM Sans"/>
              </a:rPr>
              <a:t>Avenue</a:t>
            </a:r>
            <a:endParaRPr sz="1100">
              <a:latin typeface="DM Sans"/>
              <a:cs typeface="DM Sans"/>
            </a:endParaRPr>
          </a:p>
          <a:p>
            <a:pPr marL="6418" marR="737723">
              <a:lnSpc>
                <a:spcPct val="120000"/>
              </a:lnSpc>
            </a:pPr>
            <a:r>
              <a:rPr sz="1100" spc="-6">
                <a:solidFill>
                  <a:srgbClr val="FFFFFF"/>
                </a:solidFill>
                <a:latin typeface="DM Sans"/>
                <a:cs typeface="DM Sans"/>
              </a:rPr>
              <a:t>Tachbrook</a:t>
            </a:r>
            <a:r>
              <a:rPr sz="1100" spc="-46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0">
                <a:solidFill>
                  <a:srgbClr val="FFFFFF"/>
                </a:solidFill>
                <a:latin typeface="DM Sans"/>
                <a:cs typeface="DM Sans"/>
              </a:rPr>
              <a:t>Park</a:t>
            </a:r>
            <a:br>
              <a:rPr lang="en-GB" sz="1100" spc="-10">
                <a:solidFill>
                  <a:srgbClr val="FFFFFF"/>
                </a:solidFill>
                <a:latin typeface="DM Sans"/>
                <a:cs typeface="DM Sans"/>
              </a:rPr>
            </a:b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Warwick,</a:t>
            </a:r>
            <a:r>
              <a:rPr sz="1100" spc="-46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2">
                <a:solidFill>
                  <a:srgbClr val="FFFFFF"/>
                </a:solidFill>
                <a:latin typeface="DM Sans"/>
                <a:cs typeface="DM Sans"/>
              </a:rPr>
              <a:t>UK</a:t>
            </a:r>
            <a:br>
              <a:rPr lang="en-GB" sz="1100" spc="-12">
                <a:solidFill>
                  <a:srgbClr val="FFFFFF"/>
                </a:solidFill>
                <a:latin typeface="DM Sans"/>
                <a:cs typeface="DM Sans"/>
              </a:rPr>
            </a:b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CV34</a:t>
            </a:r>
            <a:r>
              <a:rPr sz="1100" spc="-18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2">
                <a:solidFill>
                  <a:srgbClr val="FFFFFF"/>
                </a:solidFill>
                <a:latin typeface="DM Sans"/>
                <a:cs typeface="DM Sans"/>
              </a:rPr>
              <a:t>6RJ</a:t>
            </a:r>
            <a:endParaRPr sz="1100">
              <a:latin typeface="DM Sans"/>
              <a:cs typeface="DM Sans"/>
            </a:endParaRPr>
          </a:p>
          <a:p>
            <a:pPr marL="6418">
              <a:lnSpc>
                <a:spcPct val="120000"/>
              </a:lnSpc>
              <a:spcBef>
                <a:spcPts val="202"/>
              </a:spcBef>
            </a:pPr>
            <a:r>
              <a:rPr sz="1100" spc="-10">
                <a:solidFill>
                  <a:srgbClr val="FFFFFF"/>
                </a:solidFill>
                <a:latin typeface="DM Sans"/>
                <a:cs typeface="DM Sans"/>
              </a:rPr>
              <a:t>Tel:</a:t>
            </a:r>
            <a:r>
              <a:rPr sz="1100" spc="-3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+44</a:t>
            </a:r>
            <a:r>
              <a:rPr sz="1100" spc="-28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0">
                <a:solidFill>
                  <a:srgbClr val="FFFFFF"/>
                </a:solidFill>
                <a:latin typeface="DM Sans"/>
                <a:cs typeface="DM Sans"/>
              </a:rPr>
              <a:t>(0)</a:t>
            </a:r>
            <a:r>
              <a:rPr sz="1100" spc="-3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8443</a:t>
            </a:r>
            <a:r>
              <a:rPr sz="1100" spc="-28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759</a:t>
            </a:r>
            <a:r>
              <a:rPr sz="1100" spc="-28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2">
                <a:solidFill>
                  <a:srgbClr val="FFFFFF"/>
                </a:solidFill>
                <a:latin typeface="DM Sans"/>
                <a:cs typeface="DM Sans"/>
              </a:rPr>
              <a:t>685</a:t>
            </a:r>
            <a:endParaRPr sz="1100">
              <a:latin typeface="DM Sans"/>
              <a:cs typeface="DM Sans"/>
            </a:endParaRPr>
          </a:p>
        </p:txBody>
      </p:sp>
      <p:sp>
        <p:nvSpPr>
          <p:cNvPr id="14" name="object 5">
            <a:extLst>
              <a:ext uri="{FF2B5EF4-FFF2-40B4-BE49-F238E27FC236}">
                <a16:creationId xmlns:a16="http://schemas.microsoft.com/office/drawing/2014/main" id="{6A3C39D7-D3DF-5D8A-DB08-939B708E7FE3}"/>
              </a:ext>
            </a:extLst>
          </p:cNvPr>
          <p:cNvSpPr txBox="1"/>
          <p:nvPr userDrawn="1"/>
        </p:nvSpPr>
        <p:spPr>
          <a:xfrm>
            <a:off x="323316" y="4869200"/>
            <a:ext cx="2295732" cy="1291396"/>
          </a:xfrm>
          <a:prstGeom prst="rect">
            <a:avLst/>
          </a:prstGeom>
        </p:spPr>
        <p:txBody>
          <a:bodyPr vert="horz" wrap="square" lIns="0" tIns="31449" rIns="0" bIns="0" rtlCol="0">
            <a:spAutoFit/>
          </a:bodyPr>
          <a:lstStyle/>
          <a:p>
            <a:pPr marL="6418">
              <a:lnSpc>
                <a:spcPct val="120000"/>
              </a:lnSpc>
              <a:spcBef>
                <a:spcPts val="248"/>
              </a:spcBef>
            </a:pPr>
            <a:r>
              <a:rPr sz="1100" spc="86">
                <a:solidFill>
                  <a:srgbClr val="12C6B3"/>
                </a:solidFill>
                <a:latin typeface="DMSans-Medium"/>
                <a:cs typeface="DMSans-Medium"/>
              </a:rPr>
              <a:t>NORTH</a:t>
            </a:r>
            <a:r>
              <a:rPr sz="1100" spc="219">
                <a:solidFill>
                  <a:srgbClr val="12C6B3"/>
                </a:solidFill>
                <a:latin typeface="DMSans-Medium"/>
                <a:cs typeface="DMSans-Medium"/>
              </a:rPr>
              <a:t> </a:t>
            </a:r>
            <a:r>
              <a:rPr sz="1100" spc="86">
                <a:solidFill>
                  <a:srgbClr val="12C6B3"/>
                </a:solidFill>
                <a:latin typeface="DMSans-Medium"/>
                <a:cs typeface="DMSans-Medium"/>
              </a:rPr>
              <a:t>AMERICA</a:t>
            </a:r>
            <a:endParaRPr sz="1100">
              <a:latin typeface="DMSans-Medium"/>
              <a:cs typeface="DMSans-Medium"/>
            </a:endParaRPr>
          </a:p>
          <a:p>
            <a:pPr marL="6418">
              <a:lnSpc>
                <a:spcPct val="120000"/>
              </a:lnSpc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6001 Cass </a:t>
            </a:r>
            <a:r>
              <a:rPr sz="1100" spc="-6">
                <a:solidFill>
                  <a:srgbClr val="FFFFFF"/>
                </a:solidFill>
                <a:latin typeface="DM Sans"/>
                <a:cs typeface="DM Sans"/>
              </a:rPr>
              <a:t>Avenue</a:t>
            </a:r>
            <a:endParaRPr sz="1100">
              <a:latin typeface="DM Sans"/>
              <a:cs typeface="DM Sans"/>
            </a:endParaRPr>
          </a:p>
          <a:p>
            <a:pPr marL="6418" marR="498017">
              <a:lnSpc>
                <a:spcPct val="120000"/>
              </a:lnSpc>
              <a:spcBef>
                <a:spcPts val="2"/>
              </a:spcBef>
            </a:pP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Suite</a:t>
            </a:r>
            <a:r>
              <a:rPr sz="1100" spc="-16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2">
                <a:solidFill>
                  <a:srgbClr val="FFFFFF"/>
                </a:solidFill>
                <a:latin typeface="DM Sans"/>
                <a:cs typeface="DM Sans"/>
              </a:rPr>
              <a:t>600</a:t>
            </a:r>
            <a:br>
              <a:rPr lang="en-GB" sz="1100" spc="-12">
                <a:solidFill>
                  <a:srgbClr val="FFFFFF"/>
                </a:solidFill>
                <a:latin typeface="DM Sans"/>
                <a:cs typeface="DM Sans"/>
              </a:rPr>
            </a:b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Detroit</a:t>
            </a:r>
            <a:r>
              <a:rPr sz="1100" spc="-36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2">
                <a:solidFill>
                  <a:srgbClr val="FFFFFF"/>
                </a:solidFill>
                <a:latin typeface="DM Sans"/>
                <a:cs typeface="DM Sans"/>
              </a:rPr>
              <a:t>MI</a:t>
            </a:r>
            <a:br>
              <a:rPr lang="en-GB" sz="1100" spc="-12">
                <a:solidFill>
                  <a:srgbClr val="FFFFFF"/>
                </a:solidFill>
                <a:latin typeface="DM Sans"/>
                <a:cs typeface="DM Sans"/>
              </a:rPr>
            </a:b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USA </a:t>
            </a:r>
            <a:r>
              <a:rPr sz="1100" spc="-10">
                <a:solidFill>
                  <a:srgbClr val="FFFFFF"/>
                </a:solidFill>
                <a:latin typeface="DM Sans"/>
                <a:cs typeface="DM Sans"/>
              </a:rPr>
              <a:t>48202</a:t>
            </a:r>
            <a:endParaRPr sz="1100">
              <a:latin typeface="DM Sans"/>
              <a:cs typeface="DM Sans"/>
            </a:endParaRPr>
          </a:p>
          <a:p>
            <a:pPr marL="6418">
              <a:lnSpc>
                <a:spcPct val="120000"/>
              </a:lnSpc>
              <a:spcBef>
                <a:spcPts val="200"/>
              </a:spcBef>
            </a:pPr>
            <a:r>
              <a:rPr sz="1100" spc="-10">
                <a:solidFill>
                  <a:srgbClr val="FFFFFF"/>
                </a:solidFill>
                <a:latin typeface="DM Sans"/>
                <a:cs typeface="DM Sans"/>
              </a:rPr>
              <a:t>Tel:</a:t>
            </a:r>
            <a:r>
              <a:rPr sz="1100" spc="-16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+1</a:t>
            </a:r>
            <a:r>
              <a:rPr sz="1100" spc="-16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248</a:t>
            </a:r>
            <a:r>
              <a:rPr sz="1100" spc="-16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426</a:t>
            </a:r>
            <a:r>
              <a:rPr sz="1100" spc="-16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0">
                <a:solidFill>
                  <a:srgbClr val="FFFFFF"/>
                </a:solidFill>
                <a:latin typeface="DM Sans"/>
                <a:cs typeface="DM Sans"/>
              </a:rPr>
              <a:t>1482</a:t>
            </a:r>
            <a:endParaRPr sz="1100">
              <a:latin typeface="DM Sans"/>
              <a:cs typeface="DM Sans"/>
            </a:endParaRPr>
          </a:p>
        </p:txBody>
      </p:sp>
      <p:sp>
        <p:nvSpPr>
          <p:cNvPr id="16" name="object 7">
            <a:extLst>
              <a:ext uri="{FF2B5EF4-FFF2-40B4-BE49-F238E27FC236}">
                <a16:creationId xmlns:a16="http://schemas.microsoft.com/office/drawing/2014/main" id="{923C88B8-5438-2D75-3F88-60E1DEB762A3}"/>
              </a:ext>
            </a:extLst>
          </p:cNvPr>
          <p:cNvSpPr txBox="1"/>
          <p:nvPr userDrawn="1"/>
        </p:nvSpPr>
        <p:spPr>
          <a:xfrm>
            <a:off x="9742354" y="1921198"/>
            <a:ext cx="2233746" cy="1739581"/>
          </a:xfrm>
          <a:prstGeom prst="rect">
            <a:avLst/>
          </a:prstGeom>
        </p:spPr>
        <p:txBody>
          <a:bodyPr vert="horz" wrap="square" lIns="0" tIns="6098" rIns="0" bIns="0" rtlCol="0">
            <a:spAutoFit/>
          </a:bodyPr>
          <a:lstStyle/>
          <a:p>
            <a:pPr marL="198308" marR="577278">
              <a:lnSpc>
                <a:spcPct val="150000"/>
              </a:lnSpc>
              <a:spcBef>
                <a:spcPts val="48"/>
              </a:spcBef>
            </a:pPr>
            <a:r>
              <a:rPr sz="1100" spc="-6">
                <a:solidFill>
                  <a:srgbClr val="FFFFFF"/>
                </a:solidFill>
                <a:latin typeface="DM Sans"/>
                <a:cs typeface="DM Sans"/>
              </a:rPr>
              <a:t>/TataTechnologies </a:t>
            </a:r>
            <a:br>
              <a:rPr lang="en-GB" sz="1100" spc="-6">
                <a:solidFill>
                  <a:srgbClr val="FFFFFF"/>
                </a:solidFill>
                <a:latin typeface="DM Sans"/>
                <a:cs typeface="DM Sans"/>
              </a:rPr>
            </a:br>
            <a:r>
              <a:rPr sz="1100" spc="-6">
                <a:solidFill>
                  <a:srgbClr val="FFFFFF"/>
                </a:solidFill>
                <a:latin typeface="DM Sans"/>
                <a:cs typeface="DM Sans"/>
              </a:rPr>
              <a:t>@tatatechnologies</a:t>
            </a:r>
            <a:br>
              <a:rPr lang="en-GB" sz="1100" spc="0">
                <a:solidFill>
                  <a:schemeClr val="tx1"/>
                </a:solidFill>
                <a:latin typeface="DM Sans"/>
                <a:cs typeface="DM Sans"/>
              </a:rPr>
            </a:br>
            <a:r>
              <a:rPr sz="1100" spc="-6">
                <a:solidFill>
                  <a:srgbClr val="FFFFFF"/>
                </a:solidFill>
                <a:latin typeface="DM Sans"/>
                <a:cs typeface="DM Sans"/>
              </a:rPr>
              <a:t>/TataTech_News</a:t>
            </a:r>
            <a:br>
              <a:rPr lang="en-GB" sz="1100" spc="0">
                <a:solidFill>
                  <a:schemeClr val="tx1"/>
                </a:solidFill>
                <a:latin typeface="DM Sans"/>
                <a:cs typeface="DM Sans"/>
              </a:rPr>
            </a:br>
            <a:r>
              <a:rPr sz="1100" spc="-6">
                <a:solidFill>
                  <a:srgbClr val="FFFFFF"/>
                </a:solidFill>
                <a:latin typeface="DM Sans"/>
                <a:cs typeface="DM Sans"/>
              </a:rPr>
              <a:t>/TataTechnologies</a:t>
            </a:r>
            <a:br>
              <a:rPr lang="en-GB" sz="1100" spc="0">
                <a:solidFill>
                  <a:schemeClr val="tx1"/>
                </a:solidFill>
                <a:latin typeface="DM Sans"/>
                <a:cs typeface="DM Sans"/>
              </a:rPr>
            </a:br>
            <a:r>
              <a:rPr sz="1100" spc="-6">
                <a:solidFill>
                  <a:srgbClr val="FFFFFF"/>
                </a:solidFill>
                <a:latin typeface="DM Sans"/>
                <a:cs typeface="DM Sans"/>
              </a:rPr>
              <a:t>/TataTechnologies</a:t>
            </a:r>
            <a:endParaRPr sz="1100">
              <a:latin typeface="DM Sans"/>
              <a:cs typeface="DM Sans"/>
            </a:endParaRPr>
          </a:p>
          <a:p>
            <a:pPr marL="6418">
              <a:lnSpc>
                <a:spcPct val="150000"/>
              </a:lnSpc>
              <a:spcBef>
                <a:spcPts val="958"/>
              </a:spcBef>
            </a:pPr>
            <a:r>
              <a:rPr sz="1600" spc="-6">
                <a:solidFill>
                  <a:srgbClr val="12C6B3"/>
                </a:solidFill>
                <a:latin typeface="DM Sans"/>
                <a:cs typeface="DM Sans"/>
              </a:rPr>
              <a:t>tatatechnologies.com</a:t>
            </a:r>
            <a:endParaRPr sz="1600">
              <a:latin typeface="DM Sans"/>
              <a:cs typeface="DM Sans"/>
            </a:endParaRPr>
          </a:p>
        </p:txBody>
      </p:sp>
      <p:pic>
        <p:nvPicPr>
          <p:cNvPr id="25" name="Graphic 24">
            <a:extLst>
              <a:ext uri="{FF2B5EF4-FFF2-40B4-BE49-F238E27FC236}">
                <a16:creationId xmlns:a16="http://schemas.microsoft.com/office/drawing/2014/main" id="{9E75AABC-1D3F-ED3D-D014-E03BF4DD33A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50004" y="2021240"/>
            <a:ext cx="132408" cy="132408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D1F38D71-2C71-CD1F-67F5-81B2893EF01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41177" y="3002251"/>
            <a:ext cx="146107" cy="136976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381269AE-972C-53B4-D8B7-98BE52DD5285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741177" y="2507579"/>
            <a:ext cx="150062" cy="12358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13A46D62-9014-4131-D10C-A48F660767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3480"/>
          <a:stretch/>
        </p:blipFill>
        <p:spPr>
          <a:xfrm>
            <a:off x="9733024" y="2771732"/>
            <a:ext cx="166369" cy="113862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D16FBCCA-8A9C-57F9-EB5A-94CAD1FA3A4D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750004" y="2274945"/>
            <a:ext cx="132408" cy="132408"/>
          </a:xfrm>
          <a:prstGeom prst="rect">
            <a:avLst/>
          </a:prstGeom>
        </p:spPr>
      </p:pic>
      <p:grpSp>
        <p:nvGrpSpPr>
          <p:cNvPr id="37" name="Group 36">
            <a:extLst>
              <a:ext uri="{FF2B5EF4-FFF2-40B4-BE49-F238E27FC236}">
                <a16:creationId xmlns:a16="http://schemas.microsoft.com/office/drawing/2014/main" id="{012E4E5D-C822-2EBA-AF22-2AEE010CC154}"/>
              </a:ext>
            </a:extLst>
          </p:cNvPr>
          <p:cNvGrpSpPr/>
          <p:nvPr userDrawn="1"/>
        </p:nvGrpSpPr>
        <p:grpSpPr>
          <a:xfrm>
            <a:off x="11084200" y="316625"/>
            <a:ext cx="761725" cy="157981"/>
            <a:chOff x="9242701" y="249950"/>
            <a:chExt cx="652960" cy="135423"/>
          </a:xfrm>
        </p:grpSpPr>
        <p:sp>
          <p:nvSpPr>
            <p:cNvPr id="38" name="object 6">
              <a:extLst>
                <a:ext uri="{FF2B5EF4-FFF2-40B4-BE49-F238E27FC236}">
                  <a16:creationId xmlns:a16="http://schemas.microsoft.com/office/drawing/2014/main" id="{F5A0F20E-7471-B72F-242E-62B531EBBA02}"/>
                </a:ext>
              </a:extLst>
            </p:cNvPr>
            <p:cNvSpPr/>
            <p:nvPr/>
          </p:nvSpPr>
          <p:spPr>
            <a:xfrm>
              <a:off x="9571215" y="268829"/>
              <a:ext cx="122588" cy="103011"/>
            </a:xfrm>
            <a:custGeom>
              <a:avLst/>
              <a:gdLst/>
              <a:ahLst/>
              <a:cxnLst/>
              <a:rect l="l" t="t" r="r" b="b"/>
              <a:pathLst>
                <a:path w="242569" h="203834">
                  <a:moveTo>
                    <a:pt x="163104" y="0"/>
                  </a:moveTo>
                  <a:lnTo>
                    <a:pt x="77442" y="0"/>
                  </a:lnTo>
                  <a:lnTo>
                    <a:pt x="0" y="203229"/>
                  </a:lnTo>
                  <a:lnTo>
                    <a:pt x="78353" y="203229"/>
                  </a:lnTo>
                  <a:lnTo>
                    <a:pt x="12027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7">
              <a:extLst>
                <a:ext uri="{FF2B5EF4-FFF2-40B4-BE49-F238E27FC236}">
                  <a16:creationId xmlns:a16="http://schemas.microsoft.com/office/drawing/2014/main" id="{0FA289AB-5950-69E5-7E38-BD63CD501E91}"/>
                </a:ext>
              </a:extLst>
            </p:cNvPr>
            <p:cNvSpPr/>
            <p:nvPr/>
          </p:nvSpPr>
          <p:spPr>
            <a:xfrm>
              <a:off x="9772920" y="268829"/>
              <a:ext cx="122588" cy="103011"/>
            </a:xfrm>
            <a:custGeom>
              <a:avLst/>
              <a:gdLst/>
              <a:ahLst/>
              <a:cxnLst/>
              <a:rect l="l" t="t" r="r" b="b"/>
              <a:pathLst>
                <a:path w="242569" h="203834">
                  <a:moveTo>
                    <a:pt x="163125" y="0"/>
                  </a:moveTo>
                  <a:lnTo>
                    <a:pt x="77453" y="0"/>
                  </a:lnTo>
                  <a:lnTo>
                    <a:pt x="0" y="203229"/>
                  </a:lnTo>
                  <a:lnTo>
                    <a:pt x="79285" y="203229"/>
                  </a:lnTo>
                  <a:lnTo>
                    <a:pt x="12028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40" name="object 8">
              <a:extLst>
                <a:ext uri="{FF2B5EF4-FFF2-40B4-BE49-F238E27FC236}">
                  <a16:creationId xmlns:a16="http://schemas.microsoft.com/office/drawing/2014/main" id="{CB03E7B7-4899-9258-ACC1-BF186B9180B6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46" name="object 9">
                <a:extLst>
                  <a:ext uri="{FF2B5EF4-FFF2-40B4-BE49-F238E27FC236}">
                    <a16:creationId xmlns:a16="http://schemas.microsoft.com/office/drawing/2014/main" id="{87FADE85-A416-FC74-7EB3-B815C06B9220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47" name="object 10">
                <a:extLst>
                  <a:ext uri="{FF2B5EF4-FFF2-40B4-BE49-F238E27FC236}">
                    <a16:creationId xmlns:a16="http://schemas.microsoft.com/office/drawing/2014/main" id="{6652C85E-10AB-F076-C344-1B1811E88CA1}"/>
                  </a:ext>
                </a:extLst>
              </p:cNvPr>
              <p:cNvPicPr/>
              <p:nvPr/>
            </p:nvPicPr>
            <p:blipFill>
              <a:blip r:embed="rId11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48" name="object 11">
                <a:extLst>
                  <a:ext uri="{FF2B5EF4-FFF2-40B4-BE49-F238E27FC236}">
                    <a16:creationId xmlns:a16="http://schemas.microsoft.com/office/drawing/2014/main" id="{430224B0-A0D4-0745-0A0A-F95198FAD892}"/>
                  </a:ext>
                </a:extLst>
              </p:cNvPr>
              <p:cNvPicPr/>
              <p:nvPr/>
            </p:nvPicPr>
            <p:blipFill>
              <a:blip r:embed="rId1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  <p:sp>
          <p:nvSpPr>
            <p:cNvPr id="41" name="object 22">
              <a:extLst>
                <a:ext uri="{FF2B5EF4-FFF2-40B4-BE49-F238E27FC236}">
                  <a16:creationId xmlns:a16="http://schemas.microsoft.com/office/drawing/2014/main" id="{8826A970-02DC-C41C-A705-05879B32AE33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42" name="object 23">
              <a:extLst>
                <a:ext uri="{FF2B5EF4-FFF2-40B4-BE49-F238E27FC236}">
                  <a16:creationId xmlns:a16="http://schemas.microsoft.com/office/drawing/2014/main" id="{37D147A8-D3E3-B4B6-EDBB-19B01B294B22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43" name="object 24">
                <a:extLst>
                  <a:ext uri="{FF2B5EF4-FFF2-40B4-BE49-F238E27FC236}">
                    <a16:creationId xmlns:a16="http://schemas.microsoft.com/office/drawing/2014/main" id="{112D2006-19F3-7134-0287-D1CCD0E61AA6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44" name="object 25">
                <a:extLst>
                  <a:ext uri="{FF2B5EF4-FFF2-40B4-BE49-F238E27FC236}">
                    <a16:creationId xmlns:a16="http://schemas.microsoft.com/office/drawing/2014/main" id="{CFF13B7E-B12D-6EFA-970E-24B4B87CA339}"/>
                  </a:ext>
                </a:extLst>
              </p:cNvPr>
              <p:cNvPicPr/>
              <p:nvPr/>
            </p:nvPicPr>
            <p:blipFill>
              <a:blip r:embed="rId11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45" name="object 26">
                <a:extLst>
                  <a:ext uri="{FF2B5EF4-FFF2-40B4-BE49-F238E27FC236}">
                    <a16:creationId xmlns:a16="http://schemas.microsoft.com/office/drawing/2014/main" id="{1CDE3C13-1150-B6C6-1277-D870DCCDD718}"/>
                  </a:ext>
                </a:extLst>
              </p:cNvPr>
              <p:cNvPicPr/>
              <p:nvPr/>
            </p:nvPicPr>
            <p:blipFill>
              <a:blip r:embed="rId1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23F6EF5E-0034-969A-562B-6DE58C861065}"/>
              </a:ext>
            </a:extLst>
          </p:cNvPr>
          <p:cNvSpPr txBox="1"/>
          <p:nvPr userDrawn="1"/>
        </p:nvSpPr>
        <p:spPr>
          <a:xfrm>
            <a:off x="437243" y="6373603"/>
            <a:ext cx="6098874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600" spc="-20" baseline="0">
                <a:solidFill>
                  <a:srgbClr val="FFFFFF"/>
                </a:solidFill>
                <a:effectLst/>
              </a:rPr>
              <a:t>© Copyright 2023 Tata Technologies. All rights reserved. All other trademarks are trademarks of their respective owners.</a:t>
            </a:r>
          </a:p>
        </p:txBody>
      </p:sp>
      <p:sp>
        <p:nvSpPr>
          <p:cNvPr id="2" name="Rectangle 1">
            <a:hlinkClick r:id="rId13"/>
            <a:extLst>
              <a:ext uri="{FF2B5EF4-FFF2-40B4-BE49-F238E27FC236}">
                <a16:creationId xmlns:a16="http://schemas.microsoft.com/office/drawing/2014/main" id="{EA0A9CE0-2443-7657-7D67-B984454063A3}"/>
              </a:ext>
            </a:extLst>
          </p:cNvPr>
          <p:cNvSpPr/>
          <p:nvPr userDrawn="1"/>
        </p:nvSpPr>
        <p:spPr>
          <a:xfrm>
            <a:off x="9685821" y="3392558"/>
            <a:ext cx="2156930" cy="2682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hlinkClick r:id="rId14"/>
            <a:extLst>
              <a:ext uri="{FF2B5EF4-FFF2-40B4-BE49-F238E27FC236}">
                <a16:creationId xmlns:a16="http://schemas.microsoft.com/office/drawing/2014/main" id="{91752C5D-215E-98D2-E98E-44E992D2A7B4}"/>
              </a:ext>
            </a:extLst>
          </p:cNvPr>
          <p:cNvSpPr/>
          <p:nvPr userDrawn="1"/>
        </p:nvSpPr>
        <p:spPr>
          <a:xfrm>
            <a:off x="9684255" y="1988457"/>
            <a:ext cx="1496841" cy="1724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hlinkClick r:id="rId15"/>
            <a:extLst>
              <a:ext uri="{FF2B5EF4-FFF2-40B4-BE49-F238E27FC236}">
                <a16:creationId xmlns:a16="http://schemas.microsoft.com/office/drawing/2014/main" id="{19F46B21-66D1-0DFD-103B-95E43BFAA2BF}"/>
              </a:ext>
            </a:extLst>
          </p:cNvPr>
          <p:cNvSpPr/>
          <p:nvPr userDrawn="1"/>
        </p:nvSpPr>
        <p:spPr>
          <a:xfrm>
            <a:off x="9684255" y="2249714"/>
            <a:ext cx="1496841" cy="1724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hlinkClick r:id="rId16"/>
            <a:extLst>
              <a:ext uri="{FF2B5EF4-FFF2-40B4-BE49-F238E27FC236}">
                <a16:creationId xmlns:a16="http://schemas.microsoft.com/office/drawing/2014/main" id="{09F7D139-17BA-3E48-242D-F6E58C36CCAF}"/>
              </a:ext>
            </a:extLst>
          </p:cNvPr>
          <p:cNvSpPr/>
          <p:nvPr userDrawn="1"/>
        </p:nvSpPr>
        <p:spPr>
          <a:xfrm>
            <a:off x="9684255" y="2481943"/>
            <a:ext cx="1496841" cy="1724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hlinkClick r:id="rId17"/>
            <a:extLst>
              <a:ext uri="{FF2B5EF4-FFF2-40B4-BE49-F238E27FC236}">
                <a16:creationId xmlns:a16="http://schemas.microsoft.com/office/drawing/2014/main" id="{109A6B67-AA4A-ED79-EED9-DC6273750977}"/>
              </a:ext>
            </a:extLst>
          </p:cNvPr>
          <p:cNvSpPr/>
          <p:nvPr userDrawn="1"/>
        </p:nvSpPr>
        <p:spPr>
          <a:xfrm>
            <a:off x="9684255" y="2735943"/>
            <a:ext cx="1496841" cy="1724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hlinkClick r:id="rId18"/>
            <a:extLst>
              <a:ext uri="{FF2B5EF4-FFF2-40B4-BE49-F238E27FC236}">
                <a16:creationId xmlns:a16="http://schemas.microsoft.com/office/drawing/2014/main" id="{FD563222-153D-8597-37B4-77F2E2529095}"/>
              </a:ext>
            </a:extLst>
          </p:cNvPr>
          <p:cNvSpPr/>
          <p:nvPr userDrawn="1"/>
        </p:nvSpPr>
        <p:spPr>
          <a:xfrm>
            <a:off x="9684255" y="2982686"/>
            <a:ext cx="1496841" cy="1724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305EA7-56BB-D911-FA67-8B27050628BE}"/>
              </a:ext>
            </a:extLst>
          </p:cNvPr>
          <p:cNvPicPr>
            <a:picLocks noChangeAspect="1"/>
          </p:cNvPicPr>
          <p:nvPr userDrawn="1"/>
        </p:nvPicPr>
        <p:blipFill>
          <a:blip r:embed="rId1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500" y="333374"/>
            <a:ext cx="1775654" cy="126189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5C57733D-12E9-96DF-C658-3857341A6906}"/>
              </a:ext>
            </a:extLst>
          </p:cNvPr>
          <p:cNvPicPr>
            <a:picLocks noChangeAspect="1"/>
          </p:cNvPicPr>
          <p:nvPr userDrawn="1"/>
        </p:nvPicPr>
        <p:blipFill>
          <a:blip r:embed="rId20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9703998" y="6408070"/>
            <a:ext cx="2135346" cy="168971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1884B874-4F77-9C17-7B83-798345FABCE5}"/>
              </a:ext>
            </a:extLst>
          </p:cNvPr>
          <p:cNvPicPr>
            <a:picLocks noChangeAspect="1"/>
          </p:cNvPicPr>
          <p:nvPr userDrawn="1"/>
        </p:nvPicPr>
        <p:blipFill>
          <a:blip r:embed="rId2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099533" y="160020"/>
            <a:ext cx="2729004" cy="6393180"/>
          </a:xfrm>
          <a:prstGeom prst="rect">
            <a:avLst/>
          </a:prstGeom>
        </p:spPr>
      </p:pic>
      <p:sp>
        <p:nvSpPr>
          <p:cNvPr id="10" name="hcSlideMaster.Closing slideHeader" descr="Classification: Public">
            <a:extLst>
              <a:ext uri="{FF2B5EF4-FFF2-40B4-BE49-F238E27FC236}">
                <a16:creationId xmlns:a16="http://schemas.microsoft.com/office/drawing/2014/main" id="{B43F1969-4498-2EE2-2957-FE5933AD7842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008000"/>
                </a:solidFill>
                <a:latin typeface="Microsoft Sans Serif" panose="020B0604020202020204" pitchFamily="34" charset="0"/>
              </a:rPr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23547528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fety Pau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CEE473CA-A45B-D615-0773-E676E1EB23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" y="6356350"/>
            <a:ext cx="491300" cy="365125"/>
          </a:xfrm>
          <a:prstGeom prst="rect">
            <a:avLst/>
          </a:prstGeom>
        </p:spPr>
        <p:txBody>
          <a:bodyPr/>
          <a:lstStyle>
            <a:lvl1pPr>
              <a:defRPr lang="en-GB" sz="800" smtClean="0"/>
            </a:lvl1pPr>
          </a:lstStyle>
          <a:p>
            <a:pPr algn="r"/>
            <a:fld id="{C4B1DB5C-CBD1-46F1-83D6-F5AA23577CB7}" type="slidenum">
              <a:rPr lang="en-IN" smtClean="0"/>
              <a:pPr algn="r"/>
              <a:t>‹#›</a:t>
            </a:fld>
            <a:endParaRPr lang="en-IN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E5CC1BD-9B18-868E-E156-1E0244FAD2BC}"/>
              </a:ext>
            </a:extLst>
          </p:cNvPr>
          <p:cNvGrpSpPr/>
          <p:nvPr userDrawn="1"/>
        </p:nvGrpSpPr>
        <p:grpSpPr>
          <a:xfrm>
            <a:off x="11084199" y="316456"/>
            <a:ext cx="761726" cy="157980"/>
            <a:chOff x="9242701" y="249950"/>
            <a:chExt cx="652960" cy="135423"/>
          </a:xfrm>
        </p:grpSpPr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BF96BFAB-90F1-DCBC-3C4F-7AF45E50BFEC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12" name="object 12">
              <a:extLst>
                <a:ext uri="{FF2B5EF4-FFF2-40B4-BE49-F238E27FC236}">
                  <a16:creationId xmlns:a16="http://schemas.microsoft.com/office/drawing/2014/main" id="{7C8F2407-5FBE-9B33-0F85-EB16A3864A07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13" name="object 13">
                <a:extLst>
                  <a:ext uri="{FF2B5EF4-FFF2-40B4-BE49-F238E27FC236}">
                    <a16:creationId xmlns:a16="http://schemas.microsoft.com/office/drawing/2014/main" id="{A488B064-7F43-D439-4E57-8E57341D386F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4" name="object 14">
                <a:extLst>
                  <a:ext uri="{FF2B5EF4-FFF2-40B4-BE49-F238E27FC236}">
                    <a16:creationId xmlns:a16="http://schemas.microsoft.com/office/drawing/2014/main" id="{AD04F1C7-CECD-BC5E-DA83-B15207ABF538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15" name="object 15">
                <a:extLst>
                  <a:ext uri="{FF2B5EF4-FFF2-40B4-BE49-F238E27FC236}">
                    <a16:creationId xmlns:a16="http://schemas.microsoft.com/office/drawing/2014/main" id="{6CB6F98F-8AF9-44BE-612F-0AAB20D581E1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9D83F85F-ACB9-A581-111B-0287B2FD3FFD}"/>
              </a:ext>
            </a:extLst>
          </p:cNvPr>
          <p:cNvSpPr txBox="1"/>
          <p:nvPr userDrawn="1"/>
        </p:nvSpPr>
        <p:spPr>
          <a:xfrm>
            <a:off x="437243" y="6373603"/>
            <a:ext cx="6098874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600" spc="-20" baseline="0">
                <a:solidFill>
                  <a:schemeClr val="tx2"/>
                </a:solidFill>
                <a:effectLst/>
              </a:rPr>
              <a:t>© Copyright 2023 Tata Technologies. All rights reserved. All other trademarks are trademarks of their respective owners.</a:t>
            </a: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2693DB86-3843-DD00-5000-F54C3828D44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01439" y="6413850"/>
            <a:ext cx="2135345" cy="168971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DD347FD2-E896-9B3C-81D0-CCF4EBAF9F3B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3375" y="336035"/>
            <a:ext cx="1776779" cy="126268"/>
          </a:xfrm>
          <a:prstGeom prst="rect">
            <a:avLst/>
          </a:prstGeom>
        </p:spPr>
      </p:pic>
      <p:sp>
        <p:nvSpPr>
          <p:cNvPr id="28" name="Title 1">
            <a:extLst>
              <a:ext uri="{FF2B5EF4-FFF2-40B4-BE49-F238E27FC236}">
                <a16:creationId xmlns:a16="http://schemas.microsoft.com/office/drawing/2014/main" id="{AFEAA4AD-83B6-7F83-66A6-5E53480CF0F3}"/>
              </a:ext>
            </a:extLst>
          </p:cNvPr>
          <p:cNvSpPr txBox="1">
            <a:spLocks/>
          </p:cNvSpPr>
          <p:nvPr userDrawn="1"/>
        </p:nvSpPr>
        <p:spPr>
          <a:xfrm>
            <a:off x="904982" y="849278"/>
            <a:ext cx="11727202" cy="45278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sz="28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/>
              <a:t>Safety Pause</a:t>
            </a:r>
            <a:endParaRPr lang="en-US"/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CDCC9E82-6508-20F7-3B38-FB448E9E0943}"/>
              </a:ext>
            </a:extLst>
          </p:cNvPr>
          <p:cNvSpPr txBox="1">
            <a:spLocks/>
          </p:cNvSpPr>
          <p:nvPr userDrawn="1"/>
        </p:nvSpPr>
        <p:spPr>
          <a:xfrm>
            <a:off x="245651" y="1783834"/>
            <a:ext cx="3560323" cy="36512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GB" sz="1800" kern="1200">
                <a:solidFill>
                  <a:srgbClr val="10C6B3"/>
                </a:solidFill>
                <a:latin typeface="+mn-lt"/>
                <a:ea typeface="+mn-ea"/>
                <a:cs typeface="+mn-cs"/>
              </a:rPr>
              <a:t>SAFETY AT HOME</a:t>
            </a:r>
            <a:endParaRPr lang="en-US" sz="1800" kern="1200">
              <a:solidFill>
                <a:srgbClr val="10C6B3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70FDCC41-1A9B-D96D-34C8-4CD2162E6A91}"/>
              </a:ext>
            </a:extLst>
          </p:cNvPr>
          <p:cNvSpPr txBox="1">
            <a:spLocks/>
          </p:cNvSpPr>
          <p:nvPr userDrawn="1"/>
        </p:nvSpPr>
        <p:spPr>
          <a:xfrm>
            <a:off x="3613754" y="964556"/>
            <a:ext cx="3560323" cy="36512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GB" sz="1800" kern="1200">
                <a:solidFill>
                  <a:srgbClr val="10C6B3"/>
                </a:solidFill>
                <a:latin typeface="+mn-lt"/>
                <a:ea typeface="+mn-ea"/>
                <a:cs typeface="+mn-cs"/>
              </a:rPr>
              <a:t>SAFETY MEASURES</a:t>
            </a:r>
            <a:endParaRPr lang="en-US" sz="1800" kern="1200">
              <a:solidFill>
                <a:srgbClr val="10C6B3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80C417D3-7A22-3DA7-E503-E2D60D616189}"/>
              </a:ext>
            </a:extLst>
          </p:cNvPr>
          <p:cNvSpPr txBox="1">
            <a:spLocks/>
          </p:cNvSpPr>
          <p:nvPr userDrawn="1"/>
        </p:nvSpPr>
        <p:spPr>
          <a:xfrm>
            <a:off x="1010985" y="2322121"/>
            <a:ext cx="2794989" cy="732164"/>
          </a:xfrm>
          <a:prstGeom prst="rect">
            <a:avLst/>
          </a:prstGeom>
        </p:spPr>
        <p:txBody>
          <a:bodyPr numCol="2" spcCol="252000"/>
          <a:lstStyle>
            <a:lvl1pPr marL="285750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defTabSz="914400" rtl="0" eaLnBrk="1" latinLnBrk="0" hangingPunct="1">
              <a:buNone/>
            </a:pPr>
            <a:r>
              <a:rPr lang="en-GB" sz="1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COVID-19 Precaution</a:t>
            </a:r>
            <a:endParaRPr lang="en-US" sz="14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46A343D-CBA8-8EEB-DABC-E6021A1DA408}"/>
              </a:ext>
            </a:extLst>
          </p:cNvPr>
          <p:cNvSpPr txBox="1"/>
          <p:nvPr userDrawn="1"/>
        </p:nvSpPr>
        <p:spPr>
          <a:xfrm>
            <a:off x="1010986" y="3364369"/>
            <a:ext cx="209968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Look out for any Fire Alarm. Also, please be aware of emergency exits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CD5BCE5-E164-D1A6-1113-3B8478F6974C}"/>
              </a:ext>
            </a:extLst>
          </p:cNvPr>
          <p:cNvSpPr txBox="1"/>
          <p:nvPr userDrawn="1"/>
        </p:nvSpPr>
        <p:spPr>
          <a:xfrm>
            <a:off x="1010985" y="4628561"/>
            <a:ext cx="196295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Look out for any Fire Alarm. Also, please be aware of emergency exits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987DE24D-29CF-4A80-8490-64CAF0D84F36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3375" y="798337"/>
            <a:ext cx="571607" cy="597721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7C3AA96A-02A9-B8A0-8CDF-53FE5A8E7482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3375" y="2242965"/>
            <a:ext cx="632833" cy="474624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F64C0ABF-F204-2EC3-BC0B-F86CC96C14AD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3375" y="3442225"/>
            <a:ext cx="556757" cy="529018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F0C7897F-608D-BE74-8322-4075AA02B9A9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3375" y="4676398"/>
            <a:ext cx="466506" cy="576394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9750AF70-EE0A-6394-5F9D-531A60925A44}"/>
              </a:ext>
            </a:extLst>
          </p:cNvPr>
          <p:cNvSpPr txBox="1"/>
          <p:nvPr userDrawn="1"/>
        </p:nvSpPr>
        <p:spPr>
          <a:xfrm>
            <a:off x="3613163" y="2042251"/>
            <a:ext cx="356032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In case you are using a headset, please ensure the volume is such that you can hear fire alarms. </a:t>
            </a:r>
          </a:p>
          <a:p>
            <a:r>
              <a:rPr lang="en-US" sz="1400"/>
              <a:t>Look out for any Fire Alarm. Please be aware of emergency exits 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403C7E7-10EF-9247-92B7-36D3D96FC185}"/>
              </a:ext>
            </a:extLst>
          </p:cNvPr>
          <p:cNvSpPr txBox="1"/>
          <p:nvPr userDrawn="1"/>
        </p:nvSpPr>
        <p:spPr>
          <a:xfrm>
            <a:off x="3613755" y="3982230"/>
            <a:ext cx="2659779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Keep your family members / fellow colleagues informed about where you are working so that they can alert you in case of any emergency. Please be aware of emergency contacts</a:t>
            </a: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F070CA31-AE7A-1F75-624B-E13EDE1A4F1B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03832" y="3419394"/>
            <a:ext cx="762775" cy="513303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04B507DA-A659-5ABA-5189-74E1893FBC18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03832" y="1422168"/>
            <a:ext cx="537578" cy="579576"/>
          </a:xfrm>
          <a:prstGeom prst="rect">
            <a:avLst/>
          </a:prstGeom>
        </p:spPr>
      </p:pic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80ABFDED-A400-F184-FB5C-86F27439EA88}"/>
              </a:ext>
            </a:extLst>
          </p:cNvPr>
          <p:cNvCxnSpPr>
            <a:cxnSpLocks/>
          </p:cNvCxnSpPr>
          <p:nvPr userDrawn="1"/>
        </p:nvCxnSpPr>
        <p:spPr>
          <a:xfrm>
            <a:off x="3211775" y="1579953"/>
            <a:ext cx="0" cy="407897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icture Placeholder 12">
            <a:extLst>
              <a:ext uri="{FF2B5EF4-FFF2-40B4-BE49-F238E27FC236}">
                <a16:creationId xmlns:a16="http://schemas.microsoft.com/office/drawing/2014/main" id="{DAF8F779-64C1-7EB9-B7FA-15049985F11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36800" y="914399"/>
            <a:ext cx="6055200" cy="4744529"/>
          </a:xfrm>
          <a:custGeom>
            <a:avLst/>
            <a:gdLst>
              <a:gd name="connsiteX0" fmla="*/ 1805307 w 6055200"/>
              <a:gd name="connsiteY0" fmla="*/ 0 h 4744529"/>
              <a:gd name="connsiteX1" fmla="*/ 6055200 w 6055200"/>
              <a:gd name="connsiteY1" fmla="*/ 0 h 4744529"/>
              <a:gd name="connsiteX2" fmla="*/ 6055200 w 6055200"/>
              <a:gd name="connsiteY2" fmla="*/ 4744529 h 4744529"/>
              <a:gd name="connsiteX3" fmla="*/ 0 w 6055200"/>
              <a:gd name="connsiteY3" fmla="*/ 4744529 h 47445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55200" h="4744529">
                <a:moveTo>
                  <a:pt x="1805307" y="0"/>
                </a:moveTo>
                <a:lnTo>
                  <a:pt x="6055200" y="0"/>
                </a:lnTo>
                <a:lnTo>
                  <a:pt x="6055200" y="4744529"/>
                </a:lnTo>
                <a:lnTo>
                  <a:pt x="0" y="4744529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hcSlideMaster.Safety PauseHeader" descr="Classification: Public">
            <a:extLst>
              <a:ext uri="{FF2B5EF4-FFF2-40B4-BE49-F238E27FC236}">
                <a16:creationId xmlns:a16="http://schemas.microsoft.com/office/drawing/2014/main" id="{B9ABB764-45F3-8BE2-E450-12F5B9554BD4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008000"/>
                </a:solidFill>
                <a:latin typeface="Microsoft Sans Serif" panose="020B0604020202020204" pitchFamily="34" charset="0"/>
              </a:rPr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33349763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ED30AD43-9C2E-9B38-4EF9-038EABEF0BF4}"/>
              </a:ext>
            </a:extLst>
          </p:cNvPr>
          <p:cNvGrpSpPr/>
          <p:nvPr userDrawn="1"/>
        </p:nvGrpSpPr>
        <p:grpSpPr>
          <a:xfrm>
            <a:off x="11084200" y="316625"/>
            <a:ext cx="761725" cy="157981"/>
            <a:chOff x="9242701" y="249950"/>
            <a:chExt cx="652960" cy="135423"/>
          </a:xfrm>
        </p:grpSpPr>
        <p:sp>
          <p:nvSpPr>
            <p:cNvPr id="9" name="object 6">
              <a:extLst>
                <a:ext uri="{FF2B5EF4-FFF2-40B4-BE49-F238E27FC236}">
                  <a16:creationId xmlns:a16="http://schemas.microsoft.com/office/drawing/2014/main" id="{3C5E59C3-A8CA-C14E-9808-EB7D8818D781}"/>
                </a:ext>
              </a:extLst>
            </p:cNvPr>
            <p:cNvSpPr/>
            <p:nvPr/>
          </p:nvSpPr>
          <p:spPr>
            <a:xfrm>
              <a:off x="9571215" y="268829"/>
              <a:ext cx="122588" cy="103011"/>
            </a:xfrm>
            <a:custGeom>
              <a:avLst/>
              <a:gdLst/>
              <a:ahLst/>
              <a:cxnLst/>
              <a:rect l="l" t="t" r="r" b="b"/>
              <a:pathLst>
                <a:path w="242569" h="203834">
                  <a:moveTo>
                    <a:pt x="163104" y="0"/>
                  </a:moveTo>
                  <a:lnTo>
                    <a:pt x="77442" y="0"/>
                  </a:lnTo>
                  <a:lnTo>
                    <a:pt x="0" y="203229"/>
                  </a:lnTo>
                  <a:lnTo>
                    <a:pt x="78353" y="203229"/>
                  </a:lnTo>
                  <a:lnTo>
                    <a:pt x="12027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7">
              <a:extLst>
                <a:ext uri="{FF2B5EF4-FFF2-40B4-BE49-F238E27FC236}">
                  <a16:creationId xmlns:a16="http://schemas.microsoft.com/office/drawing/2014/main" id="{BF193E5A-AE8E-CA58-DCD1-41E0C76CCC9A}"/>
                </a:ext>
              </a:extLst>
            </p:cNvPr>
            <p:cNvSpPr/>
            <p:nvPr/>
          </p:nvSpPr>
          <p:spPr>
            <a:xfrm>
              <a:off x="9772920" y="268829"/>
              <a:ext cx="122588" cy="103011"/>
            </a:xfrm>
            <a:custGeom>
              <a:avLst/>
              <a:gdLst/>
              <a:ahLst/>
              <a:cxnLst/>
              <a:rect l="l" t="t" r="r" b="b"/>
              <a:pathLst>
                <a:path w="242569" h="203834">
                  <a:moveTo>
                    <a:pt x="163125" y="0"/>
                  </a:moveTo>
                  <a:lnTo>
                    <a:pt x="77453" y="0"/>
                  </a:lnTo>
                  <a:lnTo>
                    <a:pt x="0" y="203229"/>
                  </a:lnTo>
                  <a:lnTo>
                    <a:pt x="79285" y="203229"/>
                  </a:lnTo>
                  <a:lnTo>
                    <a:pt x="12028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11" name="object 8">
              <a:extLst>
                <a:ext uri="{FF2B5EF4-FFF2-40B4-BE49-F238E27FC236}">
                  <a16:creationId xmlns:a16="http://schemas.microsoft.com/office/drawing/2014/main" id="{91EB92DB-A6B5-922D-37A6-DB0EB2E23F01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17" name="object 9">
                <a:extLst>
                  <a:ext uri="{FF2B5EF4-FFF2-40B4-BE49-F238E27FC236}">
                    <a16:creationId xmlns:a16="http://schemas.microsoft.com/office/drawing/2014/main" id="{7EC74A92-B131-4B60-C82C-053C71ADC790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8" name="object 10">
                <a:extLst>
                  <a:ext uri="{FF2B5EF4-FFF2-40B4-BE49-F238E27FC236}">
                    <a16:creationId xmlns:a16="http://schemas.microsoft.com/office/drawing/2014/main" id="{CDF89E1F-0023-9515-BA64-C6E3069073BB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19" name="object 11">
                <a:extLst>
                  <a:ext uri="{FF2B5EF4-FFF2-40B4-BE49-F238E27FC236}">
                    <a16:creationId xmlns:a16="http://schemas.microsoft.com/office/drawing/2014/main" id="{C1C90675-0D4C-713B-E2D8-90402BF66DAF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  <p:sp>
          <p:nvSpPr>
            <p:cNvPr id="12" name="object 22">
              <a:extLst>
                <a:ext uri="{FF2B5EF4-FFF2-40B4-BE49-F238E27FC236}">
                  <a16:creationId xmlns:a16="http://schemas.microsoft.com/office/drawing/2014/main" id="{A7BF0FC5-516C-5F05-69E9-553792A748B7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13" name="object 23">
              <a:extLst>
                <a:ext uri="{FF2B5EF4-FFF2-40B4-BE49-F238E27FC236}">
                  <a16:creationId xmlns:a16="http://schemas.microsoft.com/office/drawing/2014/main" id="{2467B862-C5DC-3DA1-5928-409722F0AF16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14" name="object 24">
                <a:extLst>
                  <a:ext uri="{FF2B5EF4-FFF2-40B4-BE49-F238E27FC236}">
                    <a16:creationId xmlns:a16="http://schemas.microsoft.com/office/drawing/2014/main" id="{FAA55E6C-4A99-2A35-A93E-7D7FB6AD70D3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5" name="object 25">
                <a:extLst>
                  <a:ext uri="{FF2B5EF4-FFF2-40B4-BE49-F238E27FC236}">
                    <a16:creationId xmlns:a16="http://schemas.microsoft.com/office/drawing/2014/main" id="{6AC2C530-E103-81C3-7066-0BE25AD31234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16" name="object 26">
                <a:extLst>
                  <a:ext uri="{FF2B5EF4-FFF2-40B4-BE49-F238E27FC236}">
                    <a16:creationId xmlns:a16="http://schemas.microsoft.com/office/drawing/2014/main" id="{A0A9B4D5-A213-FAC5-6246-D06734809CA2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E696180B-0ED5-1053-C40B-70DC2018862F}"/>
              </a:ext>
            </a:extLst>
          </p:cNvPr>
          <p:cNvSpPr txBox="1"/>
          <p:nvPr userDrawn="1"/>
        </p:nvSpPr>
        <p:spPr>
          <a:xfrm>
            <a:off x="437243" y="6373603"/>
            <a:ext cx="6098874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600" spc="-20" baseline="0">
                <a:solidFill>
                  <a:srgbClr val="FFFFFF"/>
                </a:solidFill>
                <a:effectLst/>
              </a:rPr>
              <a:t>© Copyright 2023 Tata Technologies. All rights reserved. All other trademarks are trademarks of their respective owners.</a:t>
            </a:r>
          </a:p>
        </p:txBody>
      </p:sp>
      <p:sp>
        <p:nvSpPr>
          <p:cNvPr id="24" name="Slide Number Placeholder 2">
            <a:extLst>
              <a:ext uri="{FF2B5EF4-FFF2-40B4-BE49-F238E27FC236}">
                <a16:creationId xmlns:a16="http://schemas.microsoft.com/office/drawing/2014/main" id="{FD5FE8AB-FF44-D068-BF84-BC232F1962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" y="6356350"/>
            <a:ext cx="4913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4B1DB5C-CBD1-46F1-83D6-F5AA23577CB7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429CD2-5527-1730-117E-EED811A0AAE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500" y="333374"/>
            <a:ext cx="1775654" cy="126189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D2EDF40E-A475-8E80-0F9B-7A7B0C97795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703998" y="6408070"/>
            <a:ext cx="2135346" cy="168971"/>
          </a:xfrm>
          <a:prstGeom prst="rect">
            <a:avLst/>
          </a:prstGeom>
        </p:spPr>
      </p:pic>
      <p:sp>
        <p:nvSpPr>
          <p:cNvPr id="2" name="Title Placeholder 21">
            <a:extLst>
              <a:ext uri="{FF2B5EF4-FFF2-40B4-BE49-F238E27FC236}">
                <a16:creationId xmlns:a16="http://schemas.microsoft.com/office/drawing/2014/main" id="{1F6AE692-A858-46F8-79DB-19592C2A2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650" y="833439"/>
            <a:ext cx="11598479" cy="84958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>
                <a:solidFill>
                  <a:srgbClr val="10C6B3"/>
                </a:solidFill>
              </a:defRPr>
            </a:lvl1pPr>
          </a:lstStyle>
          <a:p>
            <a:r>
              <a:rPr lang="en-GB"/>
              <a:t>Click to edit Master title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08357E-19A4-CCAE-E086-44F90C0B9D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651" y="1855304"/>
            <a:ext cx="11598478" cy="432165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hcSlideMaster.1_Blank blueHeader" descr="Classification: Public">
            <a:extLst>
              <a:ext uri="{FF2B5EF4-FFF2-40B4-BE49-F238E27FC236}">
                <a16:creationId xmlns:a16="http://schemas.microsoft.com/office/drawing/2014/main" id="{A2E5C833-9038-6E5D-9326-DBC5172509F7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008000"/>
                </a:solidFill>
                <a:latin typeface="Microsoft Sans Serif" panose="020B0604020202020204" pitchFamily="34" charset="0"/>
              </a:rPr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10536970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 blue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EF4DC27-8FF1-6E10-539B-C953C3FF43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5652" y="1992283"/>
            <a:ext cx="4291842" cy="2131143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3600">
                <a:solidFill>
                  <a:schemeClr val="bg2"/>
                </a:solidFill>
              </a:defRPr>
            </a:lvl1pPr>
          </a:lstStyle>
          <a:p>
            <a:r>
              <a:rPr lang="en-GB"/>
              <a:t>Click to edit title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F36E1E-016C-31BE-7A8C-D33F9D9BBDC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5652" y="4226944"/>
            <a:ext cx="4291842" cy="79363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here to edit subheading</a:t>
            </a:r>
            <a:endParaRPr lang="en-US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82679F89-32CF-ECB2-E50C-C4D60D16E19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5652" y="5114146"/>
            <a:ext cx="4291842" cy="414068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Enter Date or Document Version</a:t>
            </a:r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73B6076B-D9C5-8F0E-BCDD-D843DDA9474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36800" y="914399"/>
            <a:ext cx="6055200" cy="4744529"/>
          </a:xfrm>
          <a:custGeom>
            <a:avLst/>
            <a:gdLst>
              <a:gd name="connsiteX0" fmla="*/ 1805307 w 6055200"/>
              <a:gd name="connsiteY0" fmla="*/ 0 h 4744529"/>
              <a:gd name="connsiteX1" fmla="*/ 6055200 w 6055200"/>
              <a:gd name="connsiteY1" fmla="*/ 0 h 4744529"/>
              <a:gd name="connsiteX2" fmla="*/ 6055200 w 6055200"/>
              <a:gd name="connsiteY2" fmla="*/ 4744529 h 4744529"/>
              <a:gd name="connsiteX3" fmla="*/ 0 w 6055200"/>
              <a:gd name="connsiteY3" fmla="*/ 4744529 h 47445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55200" h="4744529">
                <a:moveTo>
                  <a:pt x="1805307" y="0"/>
                </a:moveTo>
                <a:lnTo>
                  <a:pt x="6055200" y="0"/>
                </a:lnTo>
                <a:lnTo>
                  <a:pt x="6055200" y="4744529"/>
                </a:lnTo>
                <a:lnTo>
                  <a:pt x="0" y="4744529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824FB13-A710-3604-1DFA-7EB16A1599DD}"/>
              </a:ext>
            </a:extLst>
          </p:cNvPr>
          <p:cNvGrpSpPr/>
          <p:nvPr userDrawn="1"/>
        </p:nvGrpSpPr>
        <p:grpSpPr>
          <a:xfrm>
            <a:off x="11084200" y="316625"/>
            <a:ext cx="761725" cy="157981"/>
            <a:chOff x="9242701" y="249950"/>
            <a:chExt cx="652960" cy="135423"/>
          </a:xfrm>
        </p:grpSpPr>
        <p:sp>
          <p:nvSpPr>
            <p:cNvPr id="18" name="object 6">
              <a:extLst>
                <a:ext uri="{FF2B5EF4-FFF2-40B4-BE49-F238E27FC236}">
                  <a16:creationId xmlns:a16="http://schemas.microsoft.com/office/drawing/2014/main" id="{B25B4BF6-52E5-389C-804A-F07AE19AC3A0}"/>
                </a:ext>
              </a:extLst>
            </p:cNvPr>
            <p:cNvSpPr/>
            <p:nvPr/>
          </p:nvSpPr>
          <p:spPr>
            <a:xfrm>
              <a:off x="9571215" y="268829"/>
              <a:ext cx="122588" cy="103011"/>
            </a:xfrm>
            <a:custGeom>
              <a:avLst/>
              <a:gdLst/>
              <a:ahLst/>
              <a:cxnLst/>
              <a:rect l="l" t="t" r="r" b="b"/>
              <a:pathLst>
                <a:path w="242569" h="203834">
                  <a:moveTo>
                    <a:pt x="163104" y="0"/>
                  </a:moveTo>
                  <a:lnTo>
                    <a:pt x="77442" y="0"/>
                  </a:lnTo>
                  <a:lnTo>
                    <a:pt x="0" y="203229"/>
                  </a:lnTo>
                  <a:lnTo>
                    <a:pt x="78353" y="203229"/>
                  </a:lnTo>
                  <a:lnTo>
                    <a:pt x="12027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7">
              <a:extLst>
                <a:ext uri="{FF2B5EF4-FFF2-40B4-BE49-F238E27FC236}">
                  <a16:creationId xmlns:a16="http://schemas.microsoft.com/office/drawing/2014/main" id="{461B9713-8B60-111C-CC58-694680C56E5C}"/>
                </a:ext>
              </a:extLst>
            </p:cNvPr>
            <p:cNvSpPr/>
            <p:nvPr/>
          </p:nvSpPr>
          <p:spPr>
            <a:xfrm>
              <a:off x="9772920" y="268829"/>
              <a:ext cx="122588" cy="103011"/>
            </a:xfrm>
            <a:custGeom>
              <a:avLst/>
              <a:gdLst/>
              <a:ahLst/>
              <a:cxnLst/>
              <a:rect l="l" t="t" r="r" b="b"/>
              <a:pathLst>
                <a:path w="242569" h="203834">
                  <a:moveTo>
                    <a:pt x="163125" y="0"/>
                  </a:moveTo>
                  <a:lnTo>
                    <a:pt x="77453" y="0"/>
                  </a:lnTo>
                  <a:lnTo>
                    <a:pt x="0" y="203229"/>
                  </a:lnTo>
                  <a:lnTo>
                    <a:pt x="79285" y="203229"/>
                  </a:lnTo>
                  <a:lnTo>
                    <a:pt x="12028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20" name="object 8">
              <a:extLst>
                <a:ext uri="{FF2B5EF4-FFF2-40B4-BE49-F238E27FC236}">
                  <a16:creationId xmlns:a16="http://schemas.microsoft.com/office/drawing/2014/main" id="{AEF4C171-5B2C-20F6-F682-059D5043D14D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26" name="object 9">
                <a:extLst>
                  <a:ext uri="{FF2B5EF4-FFF2-40B4-BE49-F238E27FC236}">
                    <a16:creationId xmlns:a16="http://schemas.microsoft.com/office/drawing/2014/main" id="{4DBBD0F8-636E-924E-251F-1E750B7D6ECA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27" name="object 10">
                <a:extLst>
                  <a:ext uri="{FF2B5EF4-FFF2-40B4-BE49-F238E27FC236}">
                    <a16:creationId xmlns:a16="http://schemas.microsoft.com/office/drawing/2014/main" id="{32FE21A8-0292-E992-68A7-D493E81C6FA2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29" name="object 11">
                <a:extLst>
                  <a:ext uri="{FF2B5EF4-FFF2-40B4-BE49-F238E27FC236}">
                    <a16:creationId xmlns:a16="http://schemas.microsoft.com/office/drawing/2014/main" id="{A8F8113F-F527-DF24-6F62-275E5BECDA8F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  <p:sp>
          <p:nvSpPr>
            <p:cNvPr id="21" name="object 22">
              <a:extLst>
                <a:ext uri="{FF2B5EF4-FFF2-40B4-BE49-F238E27FC236}">
                  <a16:creationId xmlns:a16="http://schemas.microsoft.com/office/drawing/2014/main" id="{A3EB1A4C-0B99-1909-6DBD-1BE3C0FDE593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22" name="object 23">
              <a:extLst>
                <a:ext uri="{FF2B5EF4-FFF2-40B4-BE49-F238E27FC236}">
                  <a16:creationId xmlns:a16="http://schemas.microsoft.com/office/drawing/2014/main" id="{DF528001-5EB3-DE52-0785-82DFA8E56541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23" name="object 24">
                <a:extLst>
                  <a:ext uri="{FF2B5EF4-FFF2-40B4-BE49-F238E27FC236}">
                    <a16:creationId xmlns:a16="http://schemas.microsoft.com/office/drawing/2014/main" id="{B43A1203-EFD0-52EB-E965-58B41339FDC2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24" name="object 25">
                <a:extLst>
                  <a:ext uri="{FF2B5EF4-FFF2-40B4-BE49-F238E27FC236}">
                    <a16:creationId xmlns:a16="http://schemas.microsoft.com/office/drawing/2014/main" id="{EA8187B0-9D47-5A92-0663-7EAD561F4B20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25" name="object 26">
                <a:extLst>
                  <a:ext uri="{FF2B5EF4-FFF2-40B4-BE49-F238E27FC236}">
                    <a16:creationId xmlns:a16="http://schemas.microsoft.com/office/drawing/2014/main" id="{BF92E0E9-0288-3B16-4BCF-DD834E568113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sp>
        <p:nvSpPr>
          <p:cNvPr id="35" name="Slide Number Placeholder 2">
            <a:extLst>
              <a:ext uri="{FF2B5EF4-FFF2-40B4-BE49-F238E27FC236}">
                <a16:creationId xmlns:a16="http://schemas.microsoft.com/office/drawing/2014/main" id="{2C1002A3-456E-1A18-2602-0141FE1F4F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" y="6356350"/>
            <a:ext cx="4913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4B1DB5C-CBD1-46F1-83D6-F5AA23577CB7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0439E84-97CE-7951-71AF-552278CECA61}"/>
              </a:ext>
            </a:extLst>
          </p:cNvPr>
          <p:cNvSpPr txBox="1"/>
          <p:nvPr userDrawn="1"/>
        </p:nvSpPr>
        <p:spPr>
          <a:xfrm>
            <a:off x="437243" y="6373603"/>
            <a:ext cx="6098874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600" spc="-20" baseline="0">
                <a:solidFill>
                  <a:srgbClr val="FFFFFF"/>
                </a:solidFill>
                <a:effectLst/>
              </a:rPr>
              <a:t>© Copyright 2023 Tata Technologies. All rights reserved. All other trademarks are trademarks of their respective owners.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1A6F1BC-C3E5-67C9-81F0-EA0902E0EAD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500" y="333374"/>
            <a:ext cx="1775654" cy="126189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B4302C14-2A55-A7F8-0F5D-AC6437B1118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703998" y="6408070"/>
            <a:ext cx="2135346" cy="168971"/>
          </a:xfrm>
          <a:prstGeom prst="rect">
            <a:avLst/>
          </a:prstGeom>
        </p:spPr>
      </p:pic>
      <p:sp>
        <p:nvSpPr>
          <p:cNvPr id="5" name="hcSlideMaster.1_Cover blue 1Header" descr="Classification: Public">
            <a:extLst>
              <a:ext uri="{FF2B5EF4-FFF2-40B4-BE49-F238E27FC236}">
                <a16:creationId xmlns:a16="http://schemas.microsoft.com/office/drawing/2014/main" id="{DDA45F9E-51F5-FB3C-2CB8-185C9F816291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008000"/>
                </a:solidFill>
                <a:latin typeface="Microsoft Sans Serif" panose="020B0604020202020204" pitchFamily="34" charset="0"/>
              </a:rPr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10372535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 blu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C753A1B-5E26-DC9A-6B2A-0CA31B054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5652" y="1992283"/>
            <a:ext cx="4291842" cy="2131143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3600">
                <a:solidFill>
                  <a:schemeClr val="bg2"/>
                </a:solidFill>
              </a:defRPr>
            </a:lvl1pPr>
          </a:lstStyle>
          <a:p>
            <a:r>
              <a:rPr lang="en-GB"/>
              <a:t>Click to edit title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2AA21C5-F97A-3202-0091-63F99445EBA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5652" y="4226944"/>
            <a:ext cx="4291842" cy="793630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here to edit subheading</a:t>
            </a:r>
            <a:endParaRPr lang="en-US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D9087490-922A-B89E-983C-2774286440F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917057" y="-1"/>
            <a:ext cx="6852798" cy="3122763"/>
          </a:xfrm>
          <a:custGeom>
            <a:avLst/>
            <a:gdLst>
              <a:gd name="connsiteX0" fmla="*/ 0 w 6852798"/>
              <a:gd name="connsiteY0" fmla="*/ 0 h 3122763"/>
              <a:gd name="connsiteX1" fmla="*/ 5592091 w 6852798"/>
              <a:gd name="connsiteY1" fmla="*/ 0 h 3122763"/>
              <a:gd name="connsiteX2" fmla="*/ 6852798 w 6852798"/>
              <a:gd name="connsiteY2" fmla="*/ 3122763 h 3122763"/>
              <a:gd name="connsiteX3" fmla="*/ 1255492 w 6852798"/>
              <a:gd name="connsiteY3" fmla="*/ 3122763 h 3122763"/>
              <a:gd name="connsiteX4" fmla="*/ 0 w 6852798"/>
              <a:gd name="connsiteY4" fmla="*/ 12917 h 31227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2798" h="3122763">
                <a:moveTo>
                  <a:pt x="0" y="0"/>
                </a:moveTo>
                <a:lnTo>
                  <a:pt x="5592091" y="0"/>
                </a:lnTo>
                <a:lnTo>
                  <a:pt x="6852798" y="3122763"/>
                </a:lnTo>
                <a:lnTo>
                  <a:pt x="1255492" y="3122763"/>
                </a:lnTo>
                <a:lnTo>
                  <a:pt x="0" y="1291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7E64D483-B51F-BB48-C99A-6F49FD6DAB6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485365" y="3729785"/>
            <a:ext cx="5849080" cy="3122763"/>
          </a:xfrm>
          <a:custGeom>
            <a:avLst/>
            <a:gdLst>
              <a:gd name="connsiteX0" fmla="*/ 1204036 w 5849080"/>
              <a:gd name="connsiteY0" fmla="*/ 0 h 3122763"/>
              <a:gd name="connsiteX1" fmla="*/ 5843788 w 5849080"/>
              <a:gd name="connsiteY1" fmla="*/ 0 h 3122763"/>
              <a:gd name="connsiteX2" fmla="*/ 4658633 w 5849080"/>
              <a:gd name="connsiteY2" fmla="*/ 3122762 h 3122763"/>
              <a:gd name="connsiteX3" fmla="*/ 5849080 w 5849080"/>
              <a:gd name="connsiteY3" fmla="*/ 3122762 h 3122763"/>
              <a:gd name="connsiteX4" fmla="*/ 5849080 w 5849080"/>
              <a:gd name="connsiteY4" fmla="*/ 3122763 h 3122763"/>
              <a:gd name="connsiteX5" fmla="*/ 34876 w 5849080"/>
              <a:gd name="connsiteY5" fmla="*/ 3122763 h 3122763"/>
              <a:gd name="connsiteX6" fmla="*/ 34876 w 5849080"/>
              <a:gd name="connsiteY6" fmla="*/ 3120966 h 3122763"/>
              <a:gd name="connsiteX7" fmla="*/ 0 w 5849080"/>
              <a:gd name="connsiteY7" fmla="*/ 3120966 h 3122763"/>
              <a:gd name="connsiteX8" fmla="*/ 45308 w 5849080"/>
              <a:gd name="connsiteY8" fmla="*/ 3010476 h 31227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849080" h="3122763">
                <a:moveTo>
                  <a:pt x="1204036" y="0"/>
                </a:moveTo>
                <a:lnTo>
                  <a:pt x="5843788" y="0"/>
                </a:lnTo>
                <a:lnTo>
                  <a:pt x="4658633" y="3122762"/>
                </a:lnTo>
                <a:lnTo>
                  <a:pt x="5849080" y="3122762"/>
                </a:lnTo>
                <a:lnTo>
                  <a:pt x="5849080" y="3122763"/>
                </a:lnTo>
                <a:lnTo>
                  <a:pt x="34876" y="3122763"/>
                </a:lnTo>
                <a:lnTo>
                  <a:pt x="34876" y="3120966"/>
                </a:lnTo>
                <a:lnTo>
                  <a:pt x="0" y="3120966"/>
                </a:lnTo>
                <a:lnTo>
                  <a:pt x="45308" y="3010476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6EA8233-E5F3-34A9-FF77-8A025E7ADBCB}"/>
              </a:ext>
            </a:extLst>
          </p:cNvPr>
          <p:cNvGrpSpPr/>
          <p:nvPr userDrawn="1"/>
        </p:nvGrpSpPr>
        <p:grpSpPr>
          <a:xfrm>
            <a:off x="11084200" y="316625"/>
            <a:ext cx="761725" cy="157981"/>
            <a:chOff x="9242701" y="249950"/>
            <a:chExt cx="652960" cy="135423"/>
          </a:xfrm>
        </p:grpSpPr>
        <p:sp>
          <p:nvSpPr>
            <p:cNvPr id="24" name="object 6">
              <a:extLst>
                <a:ext uri="{FF2B5EF4-FFF2-40B4-BE49-F238E27FC236}">
                  <a16:creationId xmlns:a16="http://schemas.microsoft.com/office/drawing/2014/main" id="{92C63FAE-98C8-DFF5-712E-CB398FE2A253}"/>
                </a:ext>
              </a:extLst>
            </p:cNvPr>
            <p:cNvSpPr/>
            <p:nvPr/>
          </p:nvSpPr>
          <p:spPr>
            <a:xfrm>
              <a:off x="9571215" y="268829"/>
              <a:ext cx="122588" cy="103011"/>
            </a:xfrm>
            <a:custGeom>
              <a:avLst/>
              <a:gdLst/>
              <a:ahLst/>
              <a:cxnLst/>
              <a:rect l="l" t="t" r="r" b="b"/>
              <a:pathLst>
                <a:path w="242569" h="203834">
                  <a:moveTo>
                    <a:pt x="163104" y="0"/>
                  </a:moveTo>
                  <a:lnTo>
                    <a:pt x="77442" y="0"/>
                  </a:lnTo>
                  <a:lnTo>
                    <a:pt x="0" y="203229"/>
                  </a:lnTo>
                  <a:lnTo>
                    <a:pt x="78353" y="203229"/>
                  </a:lnTo>
                  <a:lnTo>
                    <a:pt x="12027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7">
              <a:extLst>
                <a:ext uri="{FF2B5EF4-FFF2-40B4-BE49-F238E27FC236}">
                  <a16:creationId xmlns:a16="http://schemas.microsoft.com/office/drawing/2014/main" id="{49CCCC8F-EA94-8D77-01F2-7768AFDD5C01}"/>
                </a:ext>
              </a:extLst>
            </p:cNvPr>
            <p:cNvSpPr/>
            <p:nvPr/>
          </p:nvSpPr>
          <p:spPr>
            <a:xfrm>
              <a:off x="9772920" y="268829"/>
              <a:ext cx="122588" cy="103011"/>
            </a:xfrm>
            <a:custGeom>
              <a:avLst/>
              <a:gdLst/>
              <a:ahLst/>
              <a:cxnLst/>
              <a:rect l="l" t="t" r="r" b="b"/>
              <a:pathLst>
                <a:path w="242569" h="203834">
                  <a:moveTo>
                    <a:pt x="163125" y="0"/>
                  </a:moveTo>
                  <a:lnTo>
                    <a:pt x="77453" y="0"/>
                  </a:lnTo>
                  <a:lnTo>
                    <a:pt x="0" y="203229"/>
                  </a:lnTo>
                  <a:lnTo>
                    <a:pt x="79285" y="203229"/>
                  </a:lnTo>
                  <a:lnTo>
                    <a:pt x="12028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26" name="object 8">
              <a:extLst>
                <a:ext uri="{FF2B5EF4-FFF2-40B4-BE49-F238E27FC236}">
                  <a16:creationId xmlns:a16="http://schemas.microsoft.com/office/drawing/2014/main" id="{6D7A2898-00EC-BB28-8E86-5FD3ED50E178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32" name="object 9">
                <a:extLst>
                  <a:ext uri="{FF2B5EF4-FFF2-40B4-BE49-F238E27FC236}">
                    <a16:creationId xmlns:a16="http://schemas.microsoft.com/office/drawing/2014/main" id="{D31E6C27-7EC1-000E-5E5D-177A18DBF32D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33" name="object 10">
                <a:extLst>
                  <a:ext uri="{FF2B5EF4-FFF2-40B4-BE49-F238E27FC236}">
                    <a16:creationId xmlns:a16="http://schemas.microsoft.com/office/drawing/2014/main" id="{B36FEE96-4179-A24A-D2DF-FA0C8207E39B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34" name="object 11">
                <a:extLst>
                  <a:ext uri="{FF2B5EF4-FFF2-40B4-BE49-F238E27FC236}">
                    <a16:creationId xmlns:a16="http://schemas.microsoft.com/office/drawing/2014/main" id="{2223FBC8-AE6E-B62C-FF13-E9CBBF68E4BC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  <p:sp>
          <p:nvSpPr>
            <p:cNvPr id="27" name="object 22">
              <a:extLst>
                <a:ext uri="{FF2B5EF4-FFF2-40B4-BE49-F238E27FC236}">
                  <a16:creationId xmlns:a16="http://schemas.microsoft.com/office/drawing/2014/main" id="{2AF1B19A-F45D-C446-F9EE-C58412FF66F5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28" name="object 23">
              <a:extLst>
                <a:ext uri="{FF2B5EF4-FFF2-40B4-BE49-F238E27FC236}">
                  <a16:creationId xmlns:a16="http://schemas.microsoft.com/office/drawing/2014/main" id="{90A7EEF2-E406-81BA-1772-BF500674F886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29" name="object 24">
                <a:extLst>
                  <a:ext uri="{FF2B5EF4-FFF2-40B4-BE49-F238E27FC236}">
                    <a16:creationId xmlns:a16="http://schemas.microsoft.com/office/drawing/2014/main" id="{3AFE0450-5FAA-E89B-0091-9B3D2A48F928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30" name="object 25">
                <a:extLst>
                  <a:ext uri="{FF2B5EF4-FFF2-40B4-BE49-F238E27FC236}">
                    <a16:creationId xmlns:a16="http://schemas.microsoft.com/office/drawing/2014/main" id="{7BAA1C5E-3B6B-B1E4-AD3A-8D32423158DD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31" name="object 26">
                <a:extLst>
                  <a:ext uri="{FF2B5EF4-FFF2-40B4-BE49-F238E27FC236}">
                    <a16:creationId xmlns:a16="http://schemas.microsoft.com/office/drawing/2014/main" id="{85813EC5-8F07-0EE3-5881-083EFF3A73F6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sp>
        <p:nvSpPr>
          <p:cNvPr id="39" name="Text Placeholder 6">
            <a:extLst>
              <a:ext uri="{FF2B5EF4-FFF2-40B4-BE49-F238E27FC236}">
                <a16:creationId xmlns:a16="http://schemas.microsoft.com/office/drawing/2014/main" id="{58E0B106-D292-C1B3-16E3-99C53FF23ED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5652" y="5114146"/>
            <a:ext cx="4291842" cy="414068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Enter Date or Document Version</a:t>
            </a:r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713C745-FFF6-1B2D-B6FA-A696E44FB80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500" y="333374"/>
            <a:ext cx="1775654" cy="126189"/>
          </a:xfrm>
          <a:prstGeom prst="rect">
            <a:avLst/>
          </a:prstGeom>
        </p:spPr>
      </p:pic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BE345CFC-937A-AD4C-6BE3-24902A72C9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" y="6356350"/>
            <a:ext cx="4913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4B1DB5C-CBD1-46F1-83D6-F5AA23577CB7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BAAD57-324C-EC27-8464-8704196B2566}"/>
              </a:ext>
            </a:extLst>
          </p:cNvPr>
          <p:cNvSpPr txBox="1"/>
          <p:nvPr userDrawn="1"/>
        </p:nvSpPr>
        <p:spPr>
          <a:xfrm>
            <a:off x="437243" y="6373603"/>
            <a:ext cx="6098874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600" spc="-20" baseline="0">
                <a:solidFill>
                  <a:srgbClr val="FFFFFF"/>
                </a:solidFill>
                <a:effectLst/>
              </a:rPr>
              <a:t>© Copyright 2023 Tata Technologies. All rights reserved. All other trademarks are trademarks of their respective owners.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72E91C78-30E0-B9E5-EF30-D64F0BB534E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703998" y="6408070"/>
            <a:ext cx="2135346" cy="168971"/>
          </a:xfrm>
          <a:prstGeom prst="rect">
            <a:avLst/>
          </a:prstGeom>
        </p:spPr>
      </p:pic>
      <p:sp>
        <p:nvSpPr>
          <p:cNvPr id="3" name="hcSlideMaster.1_Cover blue 2Header" descr="Classification: Public">
            <a:extLst>
              <a:ext uri="{FF2B5EF4-FFF2-40B4-BE49-F238E27FC236}">
                <a16:creationId xmlns:a16="http://schemas.microsoft.com/office/drawing/2014/main" id="{16778F14-25CE-EAE7-F828-408739F546E5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008000"/>
                </a:solidFill>
                <a:latin typeface="Microsoft Sans Serif" panose="020B0604020202020204" pitchFamily="34" charset="0"/>
              </a:rPr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26218044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AD9E5-9770-BAAD-EED5-B9281B34EE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5651" y="888101"/>
            <a:ext cx="6103391" cy="1751581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3600">
                <a:solidFill>
                  <a:schemeClr val="bg2"/>
                </a:solidFill>
              </a:defRPr>
            </a:lvl1pPr>
          </a:lstStyle>
          <a:p>
            <a:r>
              <a:rPr lang="en-GB"/>
              <a:t>Click to edit title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D31A96A-E47A-7FB8-31E2-9FB231D847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B1DB5C-CBD1-46F1-83D6-F5AA23577CB7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25DF583-D45F-3FA1-D8C7-82A75321862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13095" y="1581150"/>
            <a:ext cx="5943600" cy="3390900"/>
          </a:xfrm>
          <a:custGeom>
            <a:avLst/>
            <a:gdLst>
              <a:gd name="connsiteX0" fmla="*/ 1332149 w 5943600"/>
              <a:gd name="connsiteY0" fmla="*/ 0 h 3390900"/>
              <a:gd name="connsiteX1" fmla="*/ 5943600 w 5943600"/>
              <a:gd name="connsiteY1" fmla="*/ 0 h 3390900"/>
              <a:gd name="connsiteX2" fmla="*/ 4611451 w 5943600"/>
              <a:gd name="connsiteY2" fmla="*/ 3390900 h 3390900"/>
              <a:gd name="connsiteX3" fmla="*/ 0 w 5943600"/>
              <a:gd name="connsiteY3" fmla="*/ 3390900 h 3390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43600" h="3390900">
                <a:moveTo>
                  <a:pt x="1332149" y="0"/>
                </a:moveTo>
                <a:lnTo>
                  <a:pt x="5943600" y="0"/>
                </a:lnTo>
                <a:lnTo>
                  <a:pt x="4611451" y="3390900"/>
                </a:lnTo>
                <a:lnTo>
                  <a:pt x="0" y="33909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A3B1A9F1-5E2D-25D0-4904-C4157E0F04C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18164" y="2895600"/>
            <a:ext cx="5676472" cy="3238500"/>
          </a:xfrm>
          <a:custGeom>
            <a:avLst/>
            <a:gdLst>
              <a:gd name="connsiteX0" fmla="*/ 1332149 w 5943600"/>
              <a:gd name="connsiteY0" fmla="*/ 0 h 3390900"/>
              <a:gd name="connsiteX1" fmla="*/ 5943600 w 5943600"/>
              <a:gd name="connsiteY1" fmla="*/ 0 h 3390900"/>
              <a:gd name="connsiteX2" fmla="*/ 4611451 w 5943600"/>
              <a:gd name="connsiteY2" fmla="*/ 3390900 h 3390900"/>
              <a:gd name="connsiteX3" fmla="*/ 0 w 5943600"/>
              <a:gd name="connsiteY3" fmla="*/ 3390900 h 3390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43600" h="3390900">
                <a:moveTo>
                  <a:pt x="1332149" y="0"/>
                </a:moveTo>
                <a:lnTo>
                  <a:pt x="5943600" y="0"/>
                </a:lnTo>
                <a:lnTo>
                  <a:pt x="4611451" y="3390900"/>
                </a:lnTo>
                <a:lnTo>
                  <a:pt x="0" y="33909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25172A6-D006-0CAE-9D3D-F9BDAAA58A02}"/>
              </a:ext>
            </a:extLst>
          </p:cNvPr>
          <p:cNvGrpSpPr/>
          <p:nvPr userDrawn="1"/>
        </p:nvGrpSpPr>
        <p:grpSpPr>
          <a:xfrm>
            <a:off x="11084199" y="316456"/>
            <a:ext cx="761726" cy="157980"/>
            <a:chOff x="9242701" y="249950"/>
            <a:chExt cx="652960" cy="135423"/>
          </a:xfrm>
        </p:grpSpPr>
        <p:sp>
          <p:nvSpPr>
            <p:cNvPr id="22" name="object 11">
              <a:extLst>
                <a:ext uri="{FF2B5EF4-FFF2-40B4-BE49-F238E27FC236}">
                  <a16:creationId xmlns:a16="http://schemas.microsoft.com/office/drawing/2014/main" id="{ED274207-AA4F-71FB-4CF0-93AAD4FEE8A9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23" name="object 12">
              <a:extLst>
                <a:ext uri="{FF2B5EF4-FFF2-40B4-BE49-F238E27FC236}">
                  <a16:creationId xmlns:a16="http://schemas.microsoft.com/office/drawing/2014/main" id="{C93B14B2-6319-0061-6572-5D1EEC9CCE77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24" name="object 13">
                <a:extLst>
                  <a:ext uri="{FF2B5EF4-FFF2-40B4-BE49-F238E27FC236}">
                    <a16:creationId xmlns:a16="http://schemas.microsoft.com/office/drawing/2014/main" id="{9785C40C-ED24-4026-97B5-43FD00093BE1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25" name="object 14">
                <a:extLst>
                  <a:ext uri="{FF2B5EF4-FFF2-40B4-BE49-F238E27FC236}">
                    <a16:creationId xmlns:a16="http://schemas.microsoft.com/office/drawing/2014/main" id="{46FF6BE3-0551-6A4B-C50A-CF5C64D43700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26" name="object 15">
                <a:extLst>
                  <a:ext uri="{FF2B5EF4-FFF2-40B4-BE49-F238E27FC236}">
                    <a16:creationId xmlns:a16="http://schemas.microsoft.com/office/drawing/2014/main" id="{6E85E10E-50C7-8361-DA25-DD2307DA8AAD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3E3436A4-70E4-2578-CC51-43E2E91DCE1E}"/>
              </a:ext>
            </a:extLst>
          </p:cNvPr>
          <p:cNvSpPr txBox="1"/>
          <p:nvPr userDrawn="1"/>
        </p:nvSpPr>
        <p:spPr>
          <a:xfrm>
            <a:off x="437243" y="6373603"/>
            <a:ext cx="6098874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600" spc="-20" baseline="0">
                <a:solidFill>
                  <a:schemeClr val="tx2"/>
                </a:solidFill>
                <a:effectLst/>
              </a:rPr>
              <a:t>© Copyright 2023 Tata Technologies. All rights reserved. All other trademarks are trademarks of their respective owners.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A0C70C4D-EAD9-31BA-D111-3975324D9D4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01439" y="6413850"/>
            <a:ext cx="2135345" cy="1689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CA75D5-4C7A-4D18-966A-F9C19DC3450D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3375" y="336035"/>
            <a:ext cx="1776779" cy="126268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61866F11-D8D6-A442-3A22-9D5F454E8AC5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059680" y="1191321"/>
            <a:ext cx="2453641" cy="5378292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522ABA4-D3C5-18C0-D284-290998A13CC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5652" y="2236336"/>
            <a:ext cx="4291842" cy="414068"/>
          </a:xfr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600" b="0" i="0" kern="1200" dirty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Enter Date or Document Version</a:t>
            </a:r>
            <a:endParaRPr lang="en-US"/>
          </a:p>
        </p:txBody>
      </p:sp>
      <p:sp>
        <p:nvSpPr>
          <p:cNvPr id="8" name="hcSlideMaster.1_StatementHeader" descr="Classification: Public">
            <a:extLst>
              <a:ext uri="{FF2B5EF4-FFF2-40B4-BE49-F238E27FC236}">
                <a16:creationId xmlns:a16="http://schemas.microsoft.com/office/drawing/2014/main" id="{86FC54F8-29ED-EE55-52DB-D41D37A1005C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008000"/>
                </a:solidFill>
                <a:latin typeface="Microsoft Sans Serif" panose="020B0604020202020204" pitchFamily="34" charset="0"/>
              </a:rPr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34104302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45E4BA8C-4EF4-2820-5E11-9398F2D19F1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3000" b="50222"/>
          <a:stretch/>
        </p:blipFill>
        <p:spPr>
          <a:xfrm>
            <a:off x="2054835" y="3058577"/>
            <a:ext cx="5047798" cy="3795428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755F29E-5D98-5007-E145-3041140FF6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4B1DB5C-CBD1-46F1-83D6-F5AA23577CB7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F0B149E-6858-71E6-9F4B-5CF9CE345E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399" y="2819758"/>
            <a:ext cx="4350335" cy="1715893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GB"/>
              <a:t>Separator</a:t>
            </a:r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E945807-692A-1600-245C-85B412D88710}"/>
              </a:ext>
            </a:extLst>
          </p:cNvPr>
          <p:cNvGrpSpPr/>
          <p:nvPr userDrawn="1"/>
        </p:nvGrpSpPr>
        <p:grpSpPr>
          <a:xfrm>
            <a:off x="11084200" y="316625"/>
            <a:ext cx="761725" cy="157981"/>
            <a:chOff x="9242701" y="249950"/>
            <a:chExt cx="652960" cy="135423"/>
          </a:xfrm>
        </p:grpSpPr>
        <p:sp>
          <p:nvSpPr>
            <p:cNvPr id="16" name="object 6">
              <a:extLst>
                <a:ext uri="{FF2B5EF4-FFF2-40B4-BE49-F238E27FC236}">
                  <a16:creationId xmlns:a16="http://schemas.microsoft.com/office/drawing/2014/main" id="{FE8252D3-76C6-954E-2C0A-65EEF6F46849}"/>
                </a:ext>
              </a:extLst>
            </p:cNvPr>
            <p:cNvSpPr/>
            <p:nvPr/>
          </p:nvSpPr>
          <p:spPr>
            <a:xfrm>
              <a:off x="9571215" y="268829"/>
              <a:ext cx="122588" cy="103011"/>
            </a:xfrm>
            <a:custGeom>
              <a:avLst/>
              <a:gdLst/>
              <a:ahLst/>
              <a:cxnLst/>
              <a:rect l="l" t="t" r="r" b="b"/>
              <a:pathLst>
                <a:path w="242569" h="203834">
                  <a:moveTo>
                    <a:pt x="163104" y="0"/>
                  </a:moveTo>
                  <a:lnTo>
                    <a:pt x="77442" y="0"/>
                  </a:lnTo>
                  <a:lnTo>
                    <a:pt x="0" y="203229"/>
                  </a:lnTo>
                  <a:lnTo>
                    <a:pt x="78353" y="203229"/>
                  </a:lnTo>
                  <a:lnTo>
                    <a:pt x="12027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7">
              <a:extLst>
                <a:ext uri="{FF2B5EF4-FFF2-40B4-BE49-F238E27FC236}">
                  <a16:creationId xmlns:a16="http://schemas.microsoft.com/office/drawing/2014/main" id="{EA57E122-B272-0A88-984F-964418378C1F}"/>
                </a:ext>
              </a:extLst>
            </p:cNvPr>
            <p:cNvSpPr/>
            <p:nvPr/>
          </p:nvSpPr>
          <p:spPr>
            <a:xfrm>
              <a:off x="9772920" y="268829"/>
              <a:ext cx="122588" cy="103011"/>
            </a:xfrm>
            <a:custGeom>
              <a:avLst/>
              <a:gdLst/>
              <a:ahLst/>
              <a:cxnLst/>
              <a:rect l="l" t="t" r="r" b="b"/>
              <a:pathLst>
                <a:path w="242569" h="203834">
                  <a:moveTo>
                    <a:pt x="163125" y="0"/>
                  </a:moveTo>
                  <a:lnTo>
                    <a:pt x="77453" y="0"/>
                  </a:lnTo>
                  <a:lnTo>
                    <a:pt x="0" y="203229"/>
                  </a:lnTo>
                  <a:lnTo>
                    <a:pt x="79285" y="203229"/>
                  </a:lnTo>
                  <a:lnTo>
                    <a:pt x="12028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18" name="object 8">
              <a:extLst>
                <a:ext uri="{FF2B5EF4-FFF2-40B4-BE49-F238E27FC236}">
                  <a16:creationId xmlns:a16="http://schemas.microsoft.com/office/drawing/2014/main" id="{028306A9-661C-3404-CF5B-6FBC5F44C34C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24" name="object 9">
                <a:extLst>
                  <a:ext uri="{FF2B5EF4-FFF2-40B4-BE49-F238E27FC236}">
                    <a16:creationId xmlns:a16="http://schemas.microsoft.com/office/drawing/2014/main" id="{02F69C2D-AE0D-2217-3C9C-5159FCC38284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25" name="object 10">
                <a:extLst>
                  <a:ext uri="{FF2B5EF4-FFF2-40B4-BE49-F238E27FC236}">
                    <a16:creationId xmlns:a16="http://schemas.microsoft.com/office/drawing/2014/main" id="{21505F9C-D02D-A3D4-E9DB-1206A8C3C784}"/>
                  </a:ext>
                </a:extLst>
              </p:cNvPr>
              <p:cNvPicPr/>
              <p:nvPr/>
            </p:nvPicPr>
            <p:blipFill>
              <a:blip r:embed="rId4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26" name="object 11">
                <a:extLst>
                  <a:ext uri="{FF2B5EF4-FFF2-40B4-BE49-F238E27FC236}">
                    <a16:creationId xmlns:a16="http://schemas.microsoft.com/office/drawing/2014/main" id="{3CD5FC1C-7F9D-1E62-715B-6E31AD796965}"/>
                  </a:ext>
                </a:extLst>
              </p:cNvPr>
              <p:cNvPicPr/>
              <p:nvPr/>
            </p:nvPicPr>
            <p:blipFill>
              <a:blip r:embed="rId5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  <p:sp>
          <p:nvSpPr>
            <p:cNvPr id="19" name="object 22">
              <a:extLst>
                <a:ext uri="{FF2B5EF4-FFF2-40B4-BE49-F238E27FC236}">
                  <a16:creationId xmlns:a16="http://schemas.microsoft.com/office/drawing/2014/main" id="{83BF4D0F-CE14-9AC4-117D-CF805ED8B6BA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20" name="object 23">
              <a:extLst>
                <a:ext uri="{FF2B5EF4-FFF2-40B4-BE49-F238E27FC236}">
                  <a16:creationId xmlns:a16="http://schemas.microsoft.com/office/drawing/2014/main" id="{7EF3CE76-4E5E-65D3-B5BC-DB148DB55CAF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21" name="object 24">
                <a:extLst>
                  <a:ext uri="{FF2B5EF4-FFF2-40B4-BE49-F238E27FC236}">
                    <a16:creationId xmlns:a16="http://schemas.microsoft.com/office/drawing/2014/main" id="{62141BAA-CBDC-6AE2-4753-B610C908CBA7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22" name="object 25">
                <a:extLst>
                  <a:ext uri="{FF2B5EF4-FFF2-40B4-BE49-F238E27FC236}">
                    <a16:creationId xmlns:a16="http://schemas.microsoft.com/office/drawing/2014/main" id="{D040E6F7-D30E-79FA-F11F-49B5E8F2F134}"/>
                  </a:ext>
                </a:extLst>
              </p:cNvPr>
              <p:cNvPicPr/>
              <p:nvPr/>
            </p:nvPicPr>
            <p:blipFill>
              <a:blip r:embed="rId4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23" name="object 26">
                <a:extLst>
                  <a:ext uri="{FF2B5EF4-FFF2-40B4-BE49-F238E27FC236}">
                    <a16:creationId xmlns:a16="http://schemas.microsoft.com/office/drawing/2014/main" id="{03017B78-8403-B42E-AC00-2235C5E29D19}"/>
                  </a:ext>
                </a:extLst>
              </p:cNvPr>
              <p:cNvPicPr/>
              <p:nvPr/>
            </p:nvPicPr>
            <p:blipFill>
              <a:blip r:embed="rId5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14628036-7DD5-A35F-A1A5-B721E913C939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500" y="333374"/>
            <a:ext cx="1775654" cy="126189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76911412-0C38-C004-6E82-776F982AF127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03998" y="6408070"/>
            <a:ext cx="2135346" cy="168971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F40C07A3-07CB-E605-E0B1-9F8444D5F35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 t="15051" b="28949"/>
          <a:stretch/>
        </p:blipFill>
        <p:spPr>
          <a:xfrm>
            <a:off x="5809640" y="-1"/>
            <a:ext cx="5038861" cy="4535651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0D3738DA-E1A3-951E-954E-52831689FC14}"/>
              </a:ext>
            </a:extLst>
          </p:cNvPr>
          <p:cNvSpPr txBox="1"/>
          <p:nvPr userDrawn="1"/>
        </p:nvSpPr>
        <p:spPr>
          <a:xfrm>
            <a:off x="437243" y="6373603"/>
            <a:ext cx="6098874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600" spc="-20" baseline="0">
                <a:solidFill>
                  <a:srgbClr val="FFFFFF"/>
                </a:solidFill>
                <a:effectLst/>
              </a:rPr>
              <a:t>© Copyright 2023 Tata Technologies. All rights reserved. All other trademarks are trademarks of their respective owners.</a:t>
            </a:r>
          </a:p>
        </p:txBody>
      </p:sp>
      <p:sp>
        <p:nvSpPr>
          <p:cNvPr id="2" name="hcSlideMaster.1_DividerHeader" descr="Classification: Public">
            <a:extLst>
              <a:ext uri="{FF2B5EF4-FFF2-40B4-BE49-F238E27FC236}">
                <a16:creationId xmlns:a16="http://schemas.microsoft.com/office/drawing/2014/main" id="{B796069E-67EF-CAD9-324A-DB998918E95F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008000"/>
                </a:solidFill>
                <a:latin typeface="Microsoft Sans Serif" panose="020B0604020202020204" pitchFamily="34" charset="0"/>
              </a:rPr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7713837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55BE10B0-7D06-3774-CE14-749E435E73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350" y="849278"/>
            <a:ext cx="11727202" cy="84150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title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B86191-9A58-B154-648C-603062C210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B1DB5C-CBD1-46F1-83D6-F5AA23577CB7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8E911B2-5E5F-B0B6-39C1-E7365BD2CA74}"/>
              </a:ext>
            </a:extLst>
          </p:cNvPr>
          <p:cNvGrpSpPr/>
          <p:nvPr userDrawn="1"/>
        </p:nvGrpSpPr>
        <p:grpSpPr>
          <a:xfrm>
            <a:off x="11084199" y="316456"/>
            <a:ext cx="761726" cy="157980"/>
            <a:chOff x="9242701" y="249950"/>
            <a:chExt cx="652960" cy="135423"/>
          </a:xfrm>
        </p:grpSpPr>
        <p:sp>
          <p:nvSpPr>
            <p:cNvPr id="15" name="object 11">
              <a:extLst>
                <a:ext uri="{FF2B5EF4-FFF2-40B4-BE49-F238E27FC236}">
                  <a16:creationId xmlns:a16="http://schemas.microsoft.com/office/drawing/2014/main" id="{A0AD5596-5949-C51A-6A23-894B5E4D07CC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16" name="object 12">
              <a:extLst>
                <a:ext uri="{FF2B5EF4-FFF2-40B4-BE49-F238E27FC236}">
                  <a16:creationId xmlns:a16="http://schemas.microsoft.com/office/drawing/2014/main" id="{97B8DFC4-70D5-CDE7-7C15-B3E1270C90F0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17" name="object 13">
                <a:extLst>
                  <a:ext uri="{FF2B5EF4-FFF2-40B4-BE49-F238E27FC236}">
                    <a16:creationId xmlns:a16="http://schemas.microsoft.com/office/drawing/2014/main" id="{CE67B112-2CAF-83BE-F90B-6E34C0063830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8" name="object 14">
                <a:extLst>
                  <a:ext uri="{FF2B5EF4-FFF2-40B4-BE49-F238E27FC236}">
                    <a16:creationId xmlns:a16="http://schemas.microsoft.com/office/drawing/2014/main" id="{71CFF4BE-368B-4E16-BD10-B17CDBB604F5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19" name="object 15">
                <a:extLst>
                  <a:ext uri="{FF2B5EF4-FFF2-40B4-BE49-F238E27FC236}">
                    <a16:creationId xmlns:a16="http://schemas.microsoft.com/office/drawing/2014/main" id="{F8F18842-BE90-BB91-20CA-6BA95DA8D919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4819D38D-91FB-FD21-94E8-8E11DC131A76}"/>
              </a:ext>
            </a:extLst>
          </p:cNvPr>
          <p:cNvSpPr txBox="1"/>
          <p:nvPr userDrawn="1"/>
        </p:nvSpPr>
        <p:spPr>
          <a:xfrm>
            <a:off x="437243" y="6373603"/>
            <a:ext cx="6098874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600" spc="-20" baseline="0">
                <a:solidFill>
                  <a:schemeClr val="tx2"/>
                </a:solidFill>
                <a:effectLst/>
              </a:rPr>
              <a:t>© Copyright 2023 Tata Technologies. All rights reserved. All other trademarks are trademarks of their respective owners.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E3B243D-401C-7696-2672-F25D0788149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01439" y="6413850"/>
            <a:ext cx="2135345" cy="16897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7276BB5-DBFB-E42F-A51F-DFA72C8C4F0A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3375" y="336035"/>
            <a:ext cx="1776779" cy="126268"/>
          </a:xfrm>
          <a:prstGeom prst="rect">
            <a:avLst/>
          </a:prstGeom>
        </p:spPr>
      </p:pic>
      <p:sp>
        <p:nvSpPr>
          <p:cNvPr id="5" name="hcSlideMaster.1_Title onlyHeader" descr="Classification: Public">
            <a:extLst>
              <a:ext uri="{FF2B5EF4-FFF2-40B4-BE49-F238E27FC236}">
                <a16:creationId xmlns:a16="http://schemas.microsoft.com/office/drawing/2014/main" id="{E5F18478-0292-601A-D46A-C0CDC4706477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008000"/>
                </a:solidFill>
                <a:latin typeface="Microsoft Sans Serif" panose="020B0604020202020204" pitchFamily="34" charset="0"/>
              </a:rPr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23329998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7A3324-CF26-0748-B4CF-963B702B3F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B1DB5C-CBD1-46F1-83D6-F5AA23577CB7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7800C36E-23A3-A880-59DF-BC9A66F7F1F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59298" y="804347"/>
            <a:ext cx="6292400" cy="137708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800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Click here to edit subheading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7A5A69EF-2F3B-DFCB-5808-DFE7FC9E747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2399" y="2342167"/>
            <a:ext cx="11672054" cy="3834795"/>
          </a:xfrm>
        </p:spPr>
        <p:txBody>
          <a:bodyPr numCol="4" spcCol="252000"/>
          <a:lstStyle>
            <a:lvl1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here to edit content text</a:t>
            </a:r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49DDFE2-9038-836D-DA36-FAA59D5D34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351" y="849277"/>
            <a:ext cx="2721884" cy="1356365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title</a:t>
            </a:r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8D51EC2-0C3E-D847-A05D-4AB70622EA52}"/>
              </a:ext>
            </a:extLst>
          </p:cNvPr>
          <p:cNvGrpSpPr/>
          <p:nvPr userDrawn="1"/>
        </p:nvGrpSpPr>
        <p:grpSpPr>
          <a:xfrm>
            <a:off x="11084199" y="316456"/>
            <a:ext cx="761726" cy="157980"/>
            <a:chOff x="9242701" y="249950"/>
            <a:chExt cx="652960" cy="135423"/>
          </a:xfrm>
        </p:grpSpPr>
        <p:sp>
          <p:nvSpPr>
            <p:cNvPr id="17" name="object 11">
              <a:extLst>
                <a:ext uri="{FF2B5EF4-FFF2-40B4-BE49-F238E27FC236}">
                  <a16:creationId xmlns:a16="http://schemas.microsoft.com/office/drawing/2014/main" id="{29221EF7-6A51-8F7D-B564-929FB26C6D95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18" name="object 12">
              <a:extLst>
                <a:ext uri="{FF2B5EF4-FFF2-40B4-BE49-F238E27FC236}">
                  <a16:creationId xmlns:a16="http://schemas.microsoft.com/office/drawing/2014/main" id="{218582E0-2A5B-56D8-0C63-76593A0A51A3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19" name="object 13">
                <a:extLst>
                  <a:ext uri="{FF2B5EF4-FFF2-40B4-BE49-F238E27FC236}">
                    <a16:creationId xmlns:a16="http://schemas.microsoft.com/office/drawing/2014/main" id="{EA476F20-B3D1-DC85-8A95-9A5505D7C3D1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20" name="object 14">
                <a:extLst>
                  <a:ext uri="{FF2B5EF4-FFF2-40B4-BE49-F238E27FC236}">
                    <a16:creationId xmlns:a16="http://schemas.microsoft.com/office/drawing/2014/main" id="{3582D895-C8C8-B690-AD9F-10B1629E86CE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21" name="object 15">
                <a:extLst>
                  <a:ext uri="{FF2B5EF4-FFF2-40B4-BE49-F238E27FC236}">
                    <a16:creationId xmlns:a16="http://schemas.microsoft.com/office/drawing/2014/main" id="{D161E6C6-0726-A22E-7F8C-EBF4C37F0833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8C19C1E7-8295-246C-61F7-8607BE60CAD7}"/>
              </a:ext>
            </a:extLst>
          </p:cNvPr>
          <p:cNvSpPr txBox="1"/>
          <p:nvPr userDrawn="1"/>
        </p:nvSpPr>
        <p:spPr>
          <a:xfrm>
            <a:off x="437243" y="6373603"/>
            <a:ext cx="6098874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600" spc="-20" baseline="0">
                <a:solidFill>
                  <a:schemeClr val="tx2"/>
                </a:solidFill>
                <a:effectLst/>
              </a:rPr>
              <a:t>© Copyright 2023 Tata Technologies. All rights reserved. All other trademarks are trademarks of their respective owners.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9EC83742-40DE-8290-CFF8-C1B1B5865C2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01439" y="6413850"/>
            <a:ext cx="2135345" cy="16897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EB91A90-AA04-8182-D29F-C01BBA40089D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3375" y="336035"/>
            <a:ext cx="1776779" cy="126268"/>
          </a:xfrm>
          <a:prstGeom prst="rect">
            <a:avLst/>
          </a:prstGeom>
        </p:spPr>
      </p:pic>
      <p:sp>
        <p:nvSpPr>
          <p:cNvPr id="5" name="hcSlideMaster.1_Content 1Header" descr="Classification: Public">
            <a:extLst>
              <a:ext uri="{FF2B5EF4-FFF2-40B4-BE49-F238E27FC236}">
                <a16:creationId xmlns:a16="http://schemas.microsoft.com/office/drawing/2014/main" id="{5AD9D00C-1651-2DA1-C064-E3F9776B81CC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008000"/>
                </a:solidFill>
                <a:latin typeface="Microsoft Sans Serif" panose="020B0604020202020204" pitchFamily="34" charset="0"/>
              </a:rPr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35071175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>
            <a:extLst>
              <a:ext uri="{FF2B5EF4-FFF2-40B4-BE49-F238E27FC236}">
                <a16:creationId xmlns:a16="http://schemas.microsoft.com/office/drawing/2014/main" id="{0D7A0BF0-2489-55D2-D22F-70F6A243178F}"/>
              </a:ext>
            </a:extLst>
          </p:cNvPr>
          <p:cNvSpPr txBox="1"/>
          <p:nvPr userDrawn="1"/>
        </p:nvSpPr>
        <p:spPr>
          <a:xfrm>
            <a:off x="437243" y="6373603"/>
            <a:ext cx="6098874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600" spc="-20" baseline="0">
                <a:solidFill>
                  <a:schemeClr val="tx2"/>
                </a:solidFill>
                <a:effectLst/>
              </a:rPr>
              <a:t>© Copyright 2023 Tata Technologies. All rights reserved. All other trademarks are trademarks of their respective owners.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58B7FC8-EE15-AEF0-1D58-CE9F1AEC3A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B1DB5C-CBD1-46F1-83D6-F5AA23577CB7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B58CDEAE-0597-06FC-ABED-A9C01545D02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40679" y="1794295"/>
            <a:ext cx="7818922" cy="4382668"/>
          </a:xfrm>
        </p:spPr>
        <p:txBody>
          <a:bodyPr numCol="2" spcCol="252000"/>
          <a:lstStyle>
            <a:lvl1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here to edit content text</a:t>
            </a:r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B5D368A5-187B-6D30-1945-820656F673A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1811338"/>
            <a:ext cx="3675063" cy="4365625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57CA5432-E6C4-9E0E-4AE7-A5CAD48F4F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350" y="849278"/>
            <a:ext cx="11727202" cy="84150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title</a:t>
            </a:r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3874EF4-1CF7-7897-D289-2ACFF353C026}"/>
              </a:ext>
            </a:extLst>
          </p:cNvPr>
          <p:cNvGrpSpPr/>
          <p:nvPr userDrawn="1"/>
        </p:nvGrpSpPr>
        <p:grpSpPr>
          <a:xfrm>
            <a:off x="11084199" y="316456"/>
            <a:ext cx="761726" cy="157980"/>
            <a:chOff x="9242701" y="249950"/>
            <a:chExt cx="652960" cy="135423"/>
          </a:xfrm>
        </p:grpSpPr>
        <p:sp>
          <p:nvSpPr>
            <p:cNvPr id="22" name="object 11">
              <a:extLst>
                <a:ext uri="{FF2B5EF4-FFF2-40B4-BE49-F238E27FC236}">
                  <a16:creationId xmlns:a16="http://schemas.microsoft.com/office/drawing/2014/main" id="{E6613F8F-3605-BDAD-82A2-772717016A50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23" name="object 12">
              <a:extLst>
                <a:ext uri="{FF2B5EF4-FFF2-40B4-BE49-F238E27FC236}">
                  <a16:creationId xmlns:a16="http://schemas.microsoft.com/office/drawing/2014/main" id="{D5DDB524-DC96-9CC5-5D30-5121EC25B0F7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24" name="object 13">
                <a:extLst>
                  <a:ext uri="{FF2B5EF4-FFF2-40B4-BE49-F238E27FC236}">
                    <a16:creationId xmlns:a16="http://schemas.microsoft.com/office/drawing/2014/main" id="{08685EC9-126E-7223-FB54-4682ABB8AF49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25" name="object 14">
                <a:extLst>
                  <a:ext uri="{FF2B5EF4-FFF2-40B4-BE49-F238E27FC236}">
                    <a16:creationId xmlns:a16="http://schemas.microsoft.com/office/drawing/2014/main" id="{638480FE-5064-365E-0764-1EDB515E42D2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26" name="object 15">
                <a:extLst>
                  <a:ext uri="{FF2B5EF4-FFF2-40B4-BE49-F238E27FC236}">
                    <a16:creationId xmlns:a16="http://schemas.microsoft.com/office/drawing/2014/main" id="{9EB73C38-AE3B-108A-9FC8-295E5E8C530C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pic>
        <p:nvPicPr>
          <p:cNvPr id="2" name="Graphic 1">
            <a:extLst>
              <a:ext uri="{FF2B5EF4-FFF2-40B4-BE49-F238E27FC236}">
                <a16:creationId xmlns:a16="http://schemas.microsoft.com/office/drawing/2014/main" id="{561E534A-69F6-B1A3-24E7-9142C3EB8D7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01439" y="6413850"/>
            <a:ext cx="2135345" cy="16897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17AAD12-2BF6-A555-A216-D3FB1B197F32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3375" y="336035"/>
            <a:ext cx="1776779" cy="126268"/>
          </a:xfrm>
          <a:prstGeom prst="rect">
            <a:avLst/>
          </a:prstGeom>
        </p:spPr>
      </p:pic>
      <p:sp>
        <p:nvSpPr>
          <p:cNvPr id="5" name="hcSlideMaster.1_Content 2Header" descr="Classification: Public">
            <a:extLst>
              <a:ext uri="{FF2B5EF4-FFF2-40B4-BE49-F238E27FC236}">
                <a16:creationId xmlns:a16="http://schemas.microsoft.com/office/drawing/2014/main" id="{B33A6184-D315-A597-AE2B-4551F8B6D152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008000"/>
                </a:solidFill>
                <a:latin typeface="Microsoft Sans Serif" panose="020B0604020202020204" pitchFamily="34" charset="0"/>
              </a:rPr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38233904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55BE10B0-7D06-3774-CE14-749E435E73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350" y="849278"/>
            <a:ext cx="11727202" cy="84150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title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B86191-9A58-B154-648C-603062C210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B1DB5C-CBD1-46F1-83D6-F5AA23577CB7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85254999-0687-9882-5AD2-9787176AA3A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5651" y="1783834"/>
            <a:ext cx="3560323" cy="4427525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800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Click here to edit subheading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CEC5A13-BD8A-5C44-99F9-90183704A03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40679" y="1794295"/>
            <a:ext cx="7818922" cy="4382668"/>
          </a:xfrm>
        </p:spPr>
        <p:txBody>
          <a:bodyPr numCol="2" spcCol="252000"/>
          <a:lstStyle>
            <a:lvl1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here to edit content text</a:t>
            </a:r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8E911B2-5E5F-B0B6-39C1-E7365BD2CA74}"/>
              </a:ext>
            </a:extLst>
          </p:cNvPr>
          <p:cNvGrpSpPr/>
          <p:nvPr userDrawn="1"/>
        </p:nvGrpSpPr>
        <p:grpSpPr>
          <a:xfrm>
            <a:off x="11084199" y="316456"/>
            <a:ext cx="761726" cy="157980"/>
            <a:chOff x="9242701" y="249950"/>
            <a:chExt cx="652960" cy="135423"/>
          </a:xfrm>
        </p:grpSpPr>
        <p:sp>
          <p:nvSpPr>
            <p:cNvPr id="15" name="object 11">
              <a:extLst>
                <a:ext uri="{FF2B5EF4-FFF2-40B4-BE49-F238E27FC236}">
                  <a16:creationId xmlns:a16="http://schemas.microsoft.com/office/drawing/2014/main" id="{A0AD5596-5949-C51A-6A23-894B5E4D07CC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16" name="object 12">
              <a:extLst>
                <a:ext uri="{FF2B5EF4-FFF2-40B4-BE49-F238E27FC236}">
                  <a16:creationId xmlns:a16="http://schemas.microsoft.com/office/drawing/2014/main" id="{97B8DFC4-70D5-CDE7-7C15-B3E1270C90F0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17" name="object 13">
                <a:extLst>
                  <a:ext uri="{FF2B5EF4-FFF2-40B4-BE49-F238E27FC236}">
                    <a16:creationId xmlns:a16="http://schemas.microsoft.com/office/drawing/2014/main" id="{CE67B112-2CAF-83BE-F90B-6E34C0063830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8" name="object 14">
                <a:extLst>
                  <a:ext uri="{FF2B5EF4-FFF2-40B4-BE49-F238E27FC236}">
                    <a16:creationId xmlns:a16="http://schemas.microsoft.com/office/drawing/2014/main" id="{71CFF4BE-368B-4E16-BD10-B17CDBB604F5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19" name="object 15">
                <a:extLst>
                  <a:ext uri="{FF2B5EF4-FFF2-40B4-BE49-F238E27FC236}">
                    <a16:creationId xmlns:a16="http://schemas.microsoft.com/office/drawing/2014/main" id="{F8F18842-BE90-BB91-20CA-6BA95DA8D919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4819D38D-91FB-FD21-94E8-8E11DC131A76}"/>
              </a:ext>
            </a:extLst>
          </p:cNvPr>
          <p:cNvSpPr txBox="1"/>
          <p:nvPr userDrawn="1"/>
        </p:nvSpPr>
        <p:spPr>
          <a:xfrm>
            <a:off x="437243" y="6373603"/>
            <a:ext cx="6098874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600" spc="-20" baseline="0">
                <a:solidFill>
                  <a:schemeClr val="tx2"/>
                </a:solidFill>
                <a:effectLst/>
              </a:rPr>
              <a:t>© Copyright 2023 Tata Technologies. All rights reserved. All other trademarks are trademarks of their respective owners.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9DF705A0-4F58-DAFA-E71F-52335FF6950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01439" y="6413850"/>
            <a:ext cx="2135345" cy="16897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8CB1C1F-7889-0AD0-8E08-5D50F589E528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3375" y="336035"/>
            <a:ext cx="1776779" cy="126268"/>
          </a:xfrm>
          <a:prstGeom prst="rect">
            <a:avLst/>
          </a:prstGeom>
        </p:spPr>
      </p:pic>
      <p:sp>
        <p:nvSpPr>
          <p:cNvPr id="5" name="hcSlideMaster.1_Content 3Header" descr="Classification: Public">
            <a:extLst>
              <a:ext uri="{FF2B5EF4-FFF2-40B4-BE49-F238E27FC236}">
                <a16:creationId xmlns:a16="http://schemas.microsoft.com/office/drawing/2014/main" id="{1F17499A-3D2D-EC9C-00E2-6ADE5EC1344B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008000"/>
                </a:solidFill>
                <a:latin typeface="Microsoft Sans Serif" panose="020B0604020202020204" pitchFamily="34" charset="0"/>
              </a:rPr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16820548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ke out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EFBFD70-3C18-2321-162F-A711ABA78D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B1DB5C-CBD1-46F1-83D6-F5AA23577CB7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89E9659-1D0B-CF86-9FED-50BD26FC69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350" y="849278"/>
            <a:ext cx="11727202" cy="84150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title</a:t>
            </a:r>
            <a:endParaRPr lang="en-US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080D7D7F-D2F3-5979-C17B-19BAF4DAC8F2}"/>
              </a:ext>
            </a:extLst>
          </p:cNvPr>
          <p:cNvSpPr txBox="1">
            <a:spLocks/>
          </p:cNvSpPr>
          <p:nvPr userDrawn="1"/>
        </p:nvSpPr>
        <p:spPr>
          <a:xfrm>
            <a:off x="1" y="6356350"/>
            <a:ext cx="4913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4B1DB5C-CBD1-46F1-83D6-F5AA23577CB7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6E7E9FA-85B4-12C7-0FDF-DEBDEB1B4CE4}"/>
              </a:ext>
            </a:extLst>
          </p:cNvPr>
          <p:cNvGrpSpPr/>
          <p:nvPr userDrawn="1"/>
        </p:nvGrpSpPr>
        <p:grpSpPr>
          <a:xfrm>
            <a:off x="11084199" y="316456"/>
            <a:ext cx="761726" cy="157980"/>
            <a:chOff x="9242701" y="249950"/>
            <a:chExt cx="652960" cy="135423"/>
          </a:xfrm>
        </p:grpSpPr>
        <p:sp>
          <p:nvSpPr>
            <p:cNvPr id="10" name="object 11">
              <a:extLst>
                <a:ext uri="{FF2B5EF4-FFF2-40B4-BE49-F238E27FC236}">
                  <a16:creationId xmlns:a16="http://schemas.microsoft.com/office/drawing/2014/main" id="{791F26EF-DFB3-F37F-C87D-CA4927C7BF47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11" name="object 12">
              <a:extLst>
                <a:ext uri="{FF2B5EF4-FFF2-40B4-BE49-F238E27FC236}">
                  <a16:creationId xmlns:a16="http://schemas.microsoft.com/office/drawing/2014/main" id="{381157A6-A31D-EACE-3441-81D11B73F7BB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12" name="object 13">
                <a:extLst>
                  <a:ext uri="{FF2B5EF4-FFF2-40B4-BE49-F238E27FC236}">
                    <a16:creationId xmlns:a16="http://schemas.microsoft.com/office/drawing/2014/main" id="{889F5034-608B-43D1-2219-4069A24E9349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3" name="object 14">
                <a:extLst>
                  <a:ext uri="{FF2B5EF4-FFF2-40B4-BE49-F238E27FC236}">
                    <a16:creationId xmlns:a16="http://schemas.microsoft.com/office/drawing/2014/main" id="{0EE9E59B-EA70-021F-BA18-5250F882005E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14" name="object 15">
                <a:extLst>
                  <a:ext uri="{FF2B5EF4-FFF2-40B4-BE49-F238E27FC236}">
                    <a16:creationId xmlns:a16="http://schemas.microsoft.com/office/drawing/2014/main" id="{5C24D282-AFA5-AA9F-290C-0129881396FB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5AF80E21-DCAA-A4DC-1BC8-3F45BDE06C2F}"/>
              </a:ext>
            </a:extLst>
          </p:cNvPr>
          <p:cNvSpPr txBox="1"/>
          <p:nvPr userDrawn="1"/>
        </p:nvSpPr>
        <p:spPr>
          <a:xfrm>
            <a:off x="437243" y="6373603"/>
            <a:ext cx="6098874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600" spc="-20" baseline="0">
                <a:solidFill>
                  <a:schemeClr val="tx2"/>
                </a:solidFill>
                <a:effectLst/>
              </a:rPr>
              <a:t>© Copyright 2023 Tata Technologies. All rights reserved. All other trademarks are trademarks of their respective owners.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DEF5E465-E4ED-EDB7-0083-F505564752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28350" y="2808219"/>
            <a:ext cx="2532103" cy="715648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8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Click here to edit subheading</a:t>
            </a:r>
            <a:endParaRPr lang="en-US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9C4A0E54-C613-0614-1B01-5D71CD08A78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2399" y="3541120"/>
            <a:ext cx="2528054" cy="2467602"/>
          </a:xfrm>
        </p:spPr>
        <p:txBody>
          <a:bodyPr numCol="1" spcCol="25200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here to edit content text</a:t>
            </a:r>
            <a:endParaRPr lang="en-US"/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54C69781-3C86-7EE4-BEDE-9A80D9BEAF1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109573" y="2808219"/>
            <a:ext cx="2532103" cy="715648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8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Click here to edit subheading</a:t>
            </a:r>
            <a:endParaRPr lang="en-US"/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F12380BF-CFDD-4C25-D4C1-05CD64472A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113622" y="3541120"/>
            <a:ext cx="2528054" cy="2467602"/>
          </a:xfrm>
        </p:spPr>
        <p:txBody>
          <a:bodyPr numCol="1" spcCol="25200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here to edit content text</a:t>
            </a:r>
            <a:endParaRPr lang="en-US"/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DAADA72E-0088-1615-8AB0-948F1A0424F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985047" y="2808219"/>
            <a:ext cx="2532103" cy="715648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8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Click here to edit subheading</a:t>
            </a:r>
            <a:endParaRPr lang="en-US"/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9AAB3673-5B1E-96B4-5E48-A71D5A2798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89096" y="3541120"/>
            <a:ext cx="2528054" cy="2467602"/>
          </a:xfrm>
        </p:spPr>
        <p:txBody>
          <a:bodyPr numCol="1" spcCol="25200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here to edit content text</a:t>
            </a:r>
            <a:endParaRPr lang="en-US"/>
          </a:p>
        </p:txBody>
      </p:sp>
      <p:sp>
        <p:nvSpPr>
          <p:cNvPr id="27" name="Text Placeholder 6">
            <a:extLst>
              <a:ext uri="{FF2B5EF4-FFF2-40B4-BE49-F238E27FC236}">
                <a16:creationId xmlns:a16="http://schemas.microsoft.com/office/drawing/2014/main" id="{9DA7CE95-6E1B-0FC3-8E25-3748608A500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860521" y="2808219"/>
            <a:ext cx="2532103" cy="715648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8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Click here to edit subheading</a:t>
            </a:r>
            <a:endParaRPr lang="en-US"/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B071E666-91CE-7443-908F-96E3946051D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864570" y="3541120"/>
            <a:ext cx="2528054" cy="2467602"/>
          </a:xfrm>
        </p:spPr>
        <p:txBody>
          <a:bodyPr numCol="1" spcCol="25200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here to edit content text</a:t>
            </a:r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E8E4974-2CD6-68F7-AEE0-50B0BC6EFA0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01439" y="6413850"/>
            <a:ext cx="2135345" cy="16897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0945D07-70C3-A3AE-FA39-8C7ABD483361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3375" y="336035"/>
            <a:ext cx="1776779" cy="126268"/>
          </a:xfrm>
          <a:prstGeom prst="rect">
            <a:avLst/>
          </a:prstGeom>
        </p:spPr>
      </p:pic>
      <p:sp>
        <p:nvSpPr>
          <p:cNvPr id="6" name="hcSlideMaster.1_Take out contentHeader" descr="Classification: Public">
            <a:extLst>
              <a:ext uri="{FF2B5EF4-FFF2-40B4-BE49-F238E27FC236}">
                <a16:creationId xmlns:a16="http://schemas.microsoft.com/office/drawing/2014/main" id="{605493F6-FA5A-CBCE-A134-9F98759A19DC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008000"/>
                </a:solidFill>
                <a:latin typeface="Microsoft Sans Serif" panose="020B0604020202020204" pitchFamily="34" charset="0"/>
              </a:rPr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12347011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ank you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6A5FCA5-C644-95BC-3DE4-9FD7B4368E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B1DB5C-CBD1-46F1-83D6-F5AA23577CB7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C2F2E960-7218-0F58-9DF9-7373DE93F7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5651" y="2524891"/>
            <a:ext cx="5223495" cy="2374913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title</a:t>
            </a:r>
            <a:endParaRPr lang="en-US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8DC0C21F-0F5B-1EF5-BE01-962A50A174DB}"/>
              </a:ext>
            </a:extLst>
          </p:cNvPr>
          <p:cNvGrpSpPr/>
          <p:nvPr userDrawn="1"/>
        </p:nvGrpSpPr>
        <p:grpSpPr>
          <a:xfrm>
            <a:off x="11084199" y="316456"/>
            <a:ext cx="761726" cy="157980"/>
            <a:chOff x="9242701" y="249950"/>
            <a:chExt cx="652960" cy="135423"/>
          </a:xfrm>
        </p:grpSpPr>
        <p:sp>
          <p:nvSpPr>
            <p:cNvPr id="33" name="object 11">
              <a:extLst>
                <a:ext uri="{FF2B5EF4-FFF2-40B4-BE49-F238E27FC236}">
                  <a16:creationId xmlns:a16="http://schemas.microsoft.com/office/drawing/2014/main" id="{50F0DB26-1D94-3566-8F14-0FDE4AA34538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34" name="object 12">
              <a:extLst>
                <a:ext uri="{FF2B5EF4-FFF2-40B4-BE49-F238E27FC236}">
                  <a16:creationId xmlns:a16="http://schemas.microsoft.com/office/drawing/2014/main" id="{2649BDF4-E0D2-998A-9DCA-2A1E77985255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35" name="object 13">
                <a:extLst>
                  <a:ext uri="{FF2B5EF4-FFF2-40B4-BE49-F238E27FC236}">
                    <a16:creationId xmlns:a16="http://schemas.microsoft.com/office/drawing/2014/main" id="{8993F90D-CA94-2ADB-1191-10BF6FA496AD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36" name="object 14">
                <a:extLst>
                  <a:ext uri="{FF2B5EF4-FFF2-40B4-BE49-F238E27FC236}">
                    <a16:creationId xmlns:a16="http://schemas.microsoft.com/office/drawing/2014/main" id="{5F488FB5-48FF-2E1D-5529-26127B70F2A8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37" name="object 15">
                <a:extLst>
                  <a:ext uri="{FF2B5EF4-FFF2-40B4-BE49-F238E27FC236}">
                    <a16:creationId xmlns:a16="http://schemas.microsoft.com/office/drawing/2014/main" id="{A17651DC-79A1-1457-9627-F58215E3F615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AEBED9D9-66AF-66AE-7E6B-F02C744A193C}"/>
              </a:ext>
            </a:extLst>
          </p:cNvPr>
          <p:cNvSpPr txBox="1"/>
          <p:nvPr userDrawn="1"/>
        </p:nvSpPr>
        <p:spPr>
          <a:xfrm>
            <a:off x="437243" y="6373603"/>
            <a:ext cx="6098874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600" spc="-20" baseline="0">
                <a:solidFill>
                  <a:schemeClr val="tx2"/>
                </a:solidFill>
                <a:effectLst/>
              </a:rPr>
              <a:t>© Copyright 2023 Tata Technologies. All rights reserved. All other trademarks are trademarks of their respective owners.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19AEF77-6DCB-5E57-9279-BC44CA9323C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01439" y="6413850"/>
            <a:ext cx="2135345" cy="16897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8125723-8750-E30C-7581-EC569D055830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3375" y="336035"/>
            <a:ext cx="1776779" cy="126268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DD6348D2-2A8B-A605-199F-04933E41BA0A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02745" y="-653144"/>
            <a:ext cx="6139168" cy="7193282"/>
          </a:xfrm>
          <a:prstGeom prst="rect">
            <a:avLst/>
          </a:prstGeom>
        </p:spPr>
      </p:pic>
      <p:sp>
        <p:nvSpPr>
          <p:cNvPr id="6" name="hcSlideMaster.1_Thank you whiteHeader" descr="Classification: Public">
            <a:extLst>
              <a:ext uri="{FF2B5EF4-FFF2-40B4-BE49-F238E27FC236}">
                <a16:creationId xmlns:a16="http://schemas.microsoft.com/office/drawing/2014/main" id="{679B5DD1-8403-4106-485E-6D70F910DB2E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008000"/>
                </a:solidFill>
                <a:latin typeface="Microsoft Sans Serif" panose="020B0604020202020204" pitchFamily="34" charset="0"/>
              </a:rPr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12786108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ank you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8DAC6E-6536-2639-46BE-F605FC2D48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4B1DB5C-CBD1-46F1-83D6-F5AA23577CB7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C7502FC4-88D1-9105-5D1F-02FEF89129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5651" y="2524891"/>
            <a:ext cx="5223495" cy="2374913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title</a:t>
            </a:r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63FB783-8947-153A-A7DF-AB6F1F104973}"/>
              </a:ext>
            </a:extLst>
          </p:cNvPr>
          <p:cNvGrpSpPr/>
          <p:nvPr userDrawn="1"/>
        </p:nvGrpSpPr>
        <p:grpSpPr>
          <a:xfrm>
            <a:off x="11084200" y="316625"/>
            <a:ext cx="761725" cy="157981"/>
            <a:chOff x="9242701" y="249950"/>
            <a:chExt cx="652960" cy="135423"/>
          </a:xfrm>
        </p:grpSpPr>
        <p:sp>
          <p:nvSpPr>
            <p:cNvPr id="18" name="object 6">
              <a:extLst>
                <a:ext uri="{FF2B5EF4-FFF2-40B4-BE49-F238E27FC236}">
                  <a16:creationId xmlns:a16="http://schemas.microsoft.com/office/drawing/2014/main" id="{B6331E8B-6FCA-C3C4-9011-93330B4BE7D5}"/>
                </a:ext>
              </a:extLst>
            </p:cNvPr>
            <p:cNvSpPr/>
            <p:nvPr/>
          </p:nvSpPr>
          <p:spPr>
            <a:xfrm>
              <a:off x="9571215" y="268829"/>
              <a:ext cx="122588" cy="103011"/>
            </a:xfrm>
            <a:custGeom>
              <a:avLst/>
              <a:gdLst/>
              <a:ahLst/>
              <a:cxnLst/>
              <a:rect l="l" t="t" r="r" b="b"/>
              <a:pathLst>
                <a:path w="242569" h="203834">
                  <a:moveTo>
                    <a:pt x="163104" y="0"/>
                  </a:moveTo>
                  <a:lnTo>
                    <a:pt x="77442" y="0"/>
                  </a:lnTo>
                  <a:lnTo>
                    <a:pt x="0" y="203229"/>
                  </a:lnTo>
                  <a:lnTo>
                    <a:pt x="78353" y="203229"/>
                  </a:lnTo>
                  <a:lnTo>
                    <a:pt x="12027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7">
              <a:extLst>
                <a:ext uri="{FF2B5EF4-FFF2-40B4-BE49-F238E27FC236}">
                  <a16:creationId xmlns:a16="http://schemas.microsoft.com/office/drawing/2014/main" id="{5A3CC186-E4D3-B936-134D-7FDFED61DB5C}"/>
                </a:ext>
              </a:extLst>
            </p:cNvPr>
            <p:cNvSpPr/>
            <p:nvPr/>
          </p:nvSpPr>
          <p:spPr>
            <a:xfrm>
              <a:off x="9772920" y="268829"/>
              <a:ext cx="122588" cy="103011"/>
            </a:xfrm>
            <a:custGeom>
              <a:avLst/>
              <a:gdLst/>
              <a:ahLst/>
              <a:cxnLst/>
              <a:rect l="l" t="t" r="r" b="b"/>
              <a:pathLst>
                <a:path w="242569" h="203834">
                  <a:moveTo>
                    <a:pt x="163125" y="0"/>
                  </a:moveTo>
                  <a:lnTo>
                    <a:pt x="77453" y="0"/>
                  </a:lnTo>
                  <a:lnTo>
                    <a:pt x="0" y="203229"/>
                  </a:lnTo>
                  <a:lnTo>
                    <a:pt x="79285" y="203229"/>
                  </a:lnTo>
                  <a:lnTo>
                    <a:pt x="12028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20" name="object 8">
              <a:extLst>
                <a:ext uri="{FF2B5EF4-FFF2-40B4-BE49-F238E27FC236}">
                  <a16:creationId xmlns:a16="http://schemas.microsoft.com/office/drawing/2014/main" id="{F45A56E2-5D9B-948F-5DA8-C6C13C59F762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26" name="object 9">
                <a:extLst>
                  <a:ext uri="{FF2B5EF4-FFF2-40B4-BE49-F238E27FC236}">
                    <a16:creationId xmlns:a16="http://schemas.microsoft.com/office/drawing/2014/main" id="{C46C7E68-70DF-DF42-8BD2-26F13B18B5EA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27" name="object 10">
                <a:extLst>
                  <a:ext uri="{FF2B5EF4-FFF2-40B4-BE49-F238E27FC236}">
                    <a16:creationId xmlns:a16="http://schemas.microsoft.com/office/drawing/2014/main" id="{970EFCCF-763D-7B07-5FAC-9A8D7547606A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28" name="object 11">
                <a:extLst>
                  <a:ext uri="{FF2B5EF4-FFF2-40B4-BE49-F238E27FC236}">
                    <a16:creationId xmlns:a16="http://schemas.microsoft.com/office/drawing/2014/main" id="{43E5053C-0B3D-4312-6F3B-31CD882296B4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  <p:sp>
          <p:nvSpPr>
            <p:cNvPr id="21" name="object 22">
              <a:extLst>
                <a:ext uri="{FF2B5EF4-FFF2-40B4-BE49-F238E27FC236}">
                  <a16:creationId xmlns:a16="http://schemas.microsoft.com/office/drawing/2014/main" id="{8E55562F-DEF2-E464-A64D-98445607D27F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22" name="object 23">
              <a:extLst>
                <a:ext uri="{FF2B5EF4-FFF2-40B4-BE49-F238E27FC236}">
                  <a16:creationId xmlns:a16="http://schemas.microsoft.com/office/drawing/2014/main" id="{61CCA1EF-63B4-4BBB-11A7-53987B18AB57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23" name="object 24">
                <a:extLst>
                  <a:ext uri="{FF2B5EF4-FFF2-40B4-BE49-F238E27FC236}">
                    <a16:creationId xmlns:a16="http://schemas.microsoft.com/office/drawing/2014/main" id="{A7FE668C-57C3-B83C-E15C-4C2D8C35872B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24" name="object 25">
                <a:extLst>
                  <a:ext uri="{FF2B5EF4-FFF2-40B4-BE49-F238E27FC236}">
                    <a16:creationId xmlns:a16="http://schemas.microsoft.com/office/drawing/2014/main" id="{B4C40346-55E8-7A54-3685-C63372BC9745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25" name="object 26">
                <a:extLst>
                  <a:ext uri="{FF2B5EF4-FFF2-40B4-BE49-F238E27FC236}">
                    <a16:creationId xmlns:a16="http://schemas.microsoft.com/office/drawing/2014/main" id="{24843CC7-5A77-986D-9140-09546A9222DF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73C7E933-9CB4-AAC9-76CC-85B83C515837}"/>
              </a:ext>
            </a:extLst>
          </p:cNvPr>
          <p:cNvSpPr txBox="1"/>
          <p:nvPr userDrawn="1"/>
        </p:nvSpPr>
        <p:spPr>
          <a:xfrm>
            <a:off x="437243" y="6373603"/>
            <a:ext cx="6098874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600" spc="-20" baseline="0">
                <a:solidFill>
                  <a:srgbClr val="FFFFFF"/>
                </a:solidFill>
                <a:effectLst/>
              </a:rPr>
              <a:t>© Copyright 2023 Tata Technologies. All rights reserved. All other trademarks are trademarks of their respective owners.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52A6FED-C61E-2B59-B9FB-D70D7F4DFF1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500" y="333374"/>
            <a:ext cx="1775654" cy="126189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6800EBA0-52BB-AB0C-C306-11D3385CAE5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703998" y="6408070"/>
            <a:ext cx="2135346" cy="168971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FDF42C13-909A-A78F-E533-F4A6C5A64EAE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02745" y="-653144"/>
            <a:ext cx="6139168" cy="7193282"/>
          </a:xfrm>
          <a:prstGeom prst="rect">
            <a:avLst/>
          </a:prstGeom>
        </p:spPr>
      </p:pic>
      <p:sp>
        <p:nvSpPr>
          <p:cNvPr id="5" name="hcSlideMaster.1_Thank you blueHeader" descr="Classification: Public">
            <a:extLst>
              <a:ext uri="{FF2B5EF4-FFF2-40B4-BE49-F238E27FC236}">
                <a16:creationId xmlns:a16="http://schemas.microsoft.com/office/drawing/2014/main" id="{89399192-3249-E6FA-7EAC-C9089C93755A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008000"/>
                </a:solidFill>
                <a:latin typeface="Microsoft Sans Serif" panose="020B0604020202020204" pitchFamily="34" charset="0"/>
              </a:rPr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959555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losing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>
            <a:extLst>
              <a:ext uri="{FF2B5EF4-FFF2-40B4-BE49-F238E27FC236}">
                <a16:creationId xmlns:a16="http://schemas.microsoft.com/office/drawing/2014/main" id="{676F08B8-0EF2-276E-D85F-151FA39423C7}"/>
              </a:ext>
            </a:extLst>
          </p:cNvPr>
          <p:cNvSpPr txBox="1"/>
          <p:nvPr userDrawn="1"/>
        </p:nvSpPr>
        <p:spPr>
          <a:xfrm>
            <a:off x="323646" y="1693821"/>
            <a:ext cx="2467781" cy="1265748"/>
          </a:xfrm>
          <a:prstGeom prst="rect">
            <a:avLst/>
          </a:prstGeom>
        </p:spPr>
        <p:txBody>
          <a:bodyPr vert="horz" wrap="square" lIns="0" tIns="31449" rIns="0" bIns="0" rtlCol="0">
            <a:spAutoFit/>
          </a:bodyPr>
          <a:lstStyle/>
          <a:p>
            <a:pPr marL="6418">
              <a:lnSpc>
                <a:spcPct val="120000"/>
              </a:lnSpc>
              <a:spcBef>
                <a:spcPts val="248"/>
              </a:spcBef>
            </a:pPr>
            <a:r>
              <a:rPr sz="1100" spc="81">
                <a:solidFill>
                  <a:srgbClr val="12C6B3"/>
                </a:solidFill>
                <a:latin typeface="DMSans-Medium"/>
                <a:cs typeface="DMSans-Medium"/>
              </a:rPr>
              <a:t>ASIA</a:t>
            </a:r>
            <a:r>
              <a:rPr sz="1100" spc="222">
                <a:solidFill>
                  <a:srgbClr val="12C6B3"/>
                </a:solidFill>
                <a:latin typeface="DMSans-Medium"/>
                <a:cs typeface="DMSans-Medium"/>
              </a:rPr>
              <a:t> </a:t>
            </a:r>
            <a:r>
              <a:rPr sz="1100" spc="71">
                <a:solidFill>
                  <a:srgbClr val="12C6B3"/>
                </a:solidFill>
                <a:latin typeface="DMSans-Medium"/>
                <a:cs typeface="DMSans-Medium"/>
              </a:rPr>
              <a:t>PACIFIC </a:t>
            </a:r>
            <a:endParaRPr sz="1100">
              <a:latin typeface="DMSans-Medium"/>
              <a:cs typeface="DMSans-Medium"/>
            </a:endParaRPr>
          </a:p>
          <a:p>
            <a:pPr marL="6418" marR="2567">
              <a:lnSpc>
                <a:spcPct val="120000"/>
              </a:lnSpc>
            </a:pP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25</a:t>
            </a:r>
            <a:r>
              <a:rPr sz="1100" spc="-18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Rajiv</a:t>
            </a:r>
            <a:r>
              <a:rPr sz="1100" spc="-18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Gandhi</a:t>
            </a:r>
            <a:r>
              <a:rPr sz="1100" spc="-18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Infotech</a:t>
            </a:r>
            <a:r>
              <a:rPr sz="1100" spc="-18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0">
                <a:solidFill>
                  <a:srgbClr val="FFFFFF"/>
                </a:solidFill>
                <a:latin typeface="DM Sans"/>
                <a:cs typeface="DM Sans"/>
              </a:rPr>
              <a:t>Park</a:t>
            </a:r>
            <a:br>
              <a:rPr lang="en-GB" sz="1100" spc="-10">
                <a:solidFill>
                  <a:srgbClr val="FFFFFF"/>
                </a:solidFill>
                <a:latin typeface="DM Sans"/>
                <a:cs typeface="DM Sans"/>
              </a:rPr>
            </a:b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Hinjawadi,</a:t>
            </a:r>
            <a:r>
              <a:rPr sz="1100" spc="-33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0">
                <a:solidFill>
                  <a:srgbClr val="FFFFFF"/>
                </a:solidFill>
                <a:latin typeface="DM Sans"/>
                <a:cs typeface="DM Sans"/>
              </a:rPr>
              <a:t>Pune</a:t>
            </a:r>
            <a:endParaRPr sz="1100">
              <a:latin typeface="DM Sans"/>
              <a:cs typeface="DM Sans"/>
            </a:endParaRPr>
          </a:p>
          <a:p>
            <a:pPr marL="6418" marR="1211032">
              <a:lnSpc>
                <a:spcPct val="120000"/>
              </a:lnSpc>
            </a:pPr>
            <a:r>
              <a:rPr sz="1100" spc="-6">
                <a:solidFill>
                  <a:srgbClr val="FFFFFF"/>
                </a:solidFill>
                <a:latin typeface="DM Sans"/>
                <a:cs typeface="DM Sans"/>
              </a:rPr>
              <a:t>India</a:t>
            </a:r>
            <a:br>
              <a:rPr lang="en-GB" sz="1100" spc="-6">
                <a:solidFill>
                  <a:srgbClr val="FFFFFF"/>
                </a:solidFill>
                <a:latin typeface="DM Sans"/>
                <a:cs typeface="DM Sans"/>
              </a:rPr>
            </a:br>
            <a:r>
              <a:rPr sz="1100" spc="-6">
                <a:solidFill>
                  <a:srgbClr val="FFFFFF"/>
                </a:solidFill>
                <a:latin typeface="DM Sans"/>
                <a:cs typeface="DM Sans"/>
              </a:rPr>
              <a:t>411057</a:t>
            </a:r>
            <a:endParaRPr sz="1100">
              <a:latin typeface="DM Sans"/>
              <a:cs typeface="DM Sans"/>
            </a:endParaRPr>
          </a:p>
          <a:p>
            <a:pPr marL="6418">
              <a:lnSpc>
                <a:spcPct val="120000"/>
              </a:lnSpc>
              <a:spcBef>
                <a:spcPts val="202"/>
              </a:spcBef>
            </a:pPr>
            <a:r>
              <a:rPr sz="1100" spc="-10">
                <a:solidFill>
                  <a:srgbClr val="FFFFFF"/>
                </a:solidFill>
                <a:latin typeface="DM Sans"/>
                <a:cs typeface="DM Sans"/>
              </a:rPr>
              <a:t>Tel:</a:t>
            </a:r>
            <a:r>
              <a:rPr sz="1100" spc="-28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+91</a:t>
            </a:r>
            <a:r>
              <a:rPr sz="1100" spc="-28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20</a:t>
            </a:r>
            <a:r>
              <a:rPr sz="1100" spc="-28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6652</a:t>
            </a:r>
            <a:r>
              <a:rPr sz="1100" spc="-26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0">
                <a:solidFill>
                  <a:srgbClr val="FFFFFF"/>
                </a:solidFill>
                <a:latin typeface="DM Sans"/>
                <a:cs typeface="DM Sans"/>
              </a:rPr>
              <a:t>9090</a:t>
            </a:r>
            <a:endParaRPr sz="1100">
              <a:latin typeface="DM Sans"/>
              <a:cs typeface="DM Sans"/>
            </a:endParaRPr>
          </a:p>
        </p:txBody>
      </p:sp>
      <p:sp>
        <p:nvSpPr>
          <p:cNvPr id="13" name="object 4">
            <a:extLst>
              <a:ext uri="{FF2B5EF4-FFF2-40B4-BE49-F238E27FC236}">
                <a16:creationId xmlns:a16="http://schemas.microsoft.com/office/drawing/2014/main" id="{BF26C33B-9003-AF9E-198E-D60A669D328F}"/>
              </a:ext>
            </a:extLst>
          </p:cNvPr>
          <p:cNvSpPr txBox="1"/>
          <p:nvPr userDrawn="1"/>
        </p:nvSpPr>
        <p:spPr>
          <a:xfrm>
            <a:off x="323646" y="3110922"/>
            <a:ext cx="3097129" cy="1672013"/>
          </a:xfrm>
          <a:prstGeom prst="rect">
            <a:avLst/>
          </a:prstGeom>
        </p:spPr>
        <p:txBody>
          <a:bodyPr vert="horz" wrap="square" lIns="0" tIns="31449" rIns="0" bIns="0" rtlCol="0">
            <a:spAutoFit/>
          </a:bodyPr>
          <a:lstStyle/>
          <a:p>
            <a:pPr marL="6418">
              <a:lnSpc>
                <a:spcPct val="120000"/>
              </a:lnSpc>
              <a:spcBef>
                <a:spcPts val="248"/>
              </a:spcBef>
            </a:pPr>
            <a:r>
              <a:rPr sz="1100" spc="83">
                <a:solidFill>
                  <a:srgbClr val="12C6B3"/>
                </a:solidFill>
                <a:latin typeface="DMSans-Medium"/>
                <a:cs typeface="DMSans-Medium"/>
              </a:rPr>
              <a:t>EUROPE </a:t>
            </a:r>
            <a:endParaRPr sz="1100">
              <a:latin typeface="DMSans-Medium"/>
              <a:cs typeface="DMSans-Medium"/>
            </a:endParaRPr>
          </a:p>
          <a:p>
            <a:pPr marL="6418" marR="2567">
              <a:lnSpc>
                <a:spcPct val="120000"/>
              </a:lnSpc>
            </a:pP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The</a:t>
            </a:r>
            <a:r>
              <a:rPr sz="1100" spc="-12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European</a:t>
            </a:r>
            <a:r>
              <a:rPr sz="1100" spc="-1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6">
                <a:solidFill>
                  <a:srgbClr val="FFFFFF"/>
                </a:solidFill>
                <a:latin typeface="DM Sans"/>
                <a:cs typeface="DM Sans"/>
              </a:rPr>
              <a:t>Innovation</a:t>
            </a:r>
            <a:br>
              <a:rPr lang="en-GB" sz="1100" spc="-10">
                <a:solidFill>
                  <a:srgbClr val="FFFFFF"/>
                </a:solidFill>
                <a:latin typeface="DM Sans"/>
                <a:cs typeface="DM Sans"/>
              </a:rPr>
            </a:br>
            <a:r>
              <a:rPr sz="1100" spc="-12">
                <a:solidFill>
                  <a:srgbClr val="FFFFFF"/>
                </a:solidFill>
                <a:latin typeface="DM Sans"/>
                <a:cs typeface="DM Sans"/>
              </a:rPr>
              <a:t>and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Development</a:t>
            </a:r>
            <a:r>
              <a:rPr sz="1100" spc="-33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Centre</a:t>
            </a:r>
            <a:r>
              <a:rPr sz="1100" spc="-3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6">
                <a:solidFill>
                  <a:srgbClr val="FFFFFF"/>
                </a:solidFill>
                <a:latin typeface="DM Sans"/>
                <a:cs typeface="DM Sans"/>
              </a:rPr>
              <a:t>(E</a:t>
            </a:r>
            <a:r>
              <a:rPr lang="en-US" sz="1100" spc="-6">
                <a:solidFill>
                  <a:srgbClr val="FFFFFF"/>
                </a:solidFill>
                <a:latin typeface="DM Sans"/>
                <a:cs typeface="DM Sans"/>
              </a:rPr>
              <a:t>I</a:t>
            </a:r>
            <a:r>
              <a:rPr sz="1100" spc="-6">
                <a:solidFill>
                  <a:srgbClr val="FFFFFF"/>
                </a:solidFill>
                <a:latin typeface="DM Sans"/>
                <a:cs typeface="DM Sans"/>
              </a:rPr>
              <a:t>DC)</a:t>
            </a:r>
            <a:br>
              <a:rPr lang="en-GB" sz="1100" spc="-6">
                <a:solidFill>
                  <a:srgbClr val="FFFFFF"/>
                </a:solidFill>
                <a:latin typeface="DM Sans"/>
                <a:cs typeface="DM Sans"/>
              </a:rPr>
            </a:b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Olympus </a:t>
            </a:r>
            <a:r>
              <a:rPr sz="1100" spc="-6">
                <a:solidFill>
                  <a:srgbClr val="FFFFFF"/>
                </a:solidFill>
                <a:latin typeface="DM Sans"/>
                <a:cs typeface="DM Sans"/>
              </a:rPr>
              <a:t>Avenue</a:t>
            </a:r>
            <a:endParaRPr sz="1100">
              <a:latin typeface="DM Sans"/>
              <a:cs typeface="DM Sans"/>
            </a:endParaRPr>
          </a:p>
          <a:p>
            <a:pPr marL="6418" marR="737723">
              <a:lnSpc>
                <a:spcPct val="120000"/>
              </a:lnSpc>
            </a:pPr>
            <a:r>
              <a:rPr sz="1100" spc="-6">
                <a:solidFill>
                  <a:srgbClr val="FFFFFF"/>
                </a:solidFill>
                <a:latin typeface="DM Sans"/>
                <a:cs typeface="DM Sans"/>
              </a:rPr>
              <a:t>Tachbrook</a:t>
            </a:r>
            <a:r>
              <a:rPr sz="1100" spc="-46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0">
                <a:solidFill>
                  <a:srgbClr val="FFFFFF"/>
                </a:solidFill>
                <a:latin typeface="DM Sans"/>
                <a:cs typeface="DM Sans"/>
              </a:rPr>
              <a:t>Park</a:t>
            </a:r>
            <a:br>
              <a:rPr lang="en-GB" sz="1100" spc="-10">
                <a:solidFill>
                  <a:srgbClr val="FFFFFF"/>
                </a:solidFill>
                <a:latin typeface="DM Sans"/>
                <a:cs typeface="DM Sans"/>
              </a:rPr>
            </a:b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Warwick,</a:t>
            </a:r>
            <a:r>
              <a:rPr sz="1100" spc="-46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2">
                <a:solidFill>
                  <a:srgbClr val="FFFFFF"/>
                </a:solidFill>
                <a:latin typeface="DM Sans"/>
                <a:cs typeface="DM Sans"/>
              </a:rPr>
              <a:t>UK</a:t>
            </a:r>
            <a:br>
              <a:rPr lang="en-GB" sz="1100" spc="-12">
                <a:solidFill>
                  <a:srgbClr val="FFFFFF"/>
                </a:solidFill>
                <a:latin typeface="DM Sans"/>
                <a:cs typeface="DM Sans"/>
              </a:rPr>
            </a:b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CV34</a:t>
            </a:r>
            <a:r>
              <a:rPr sz="1100" spc="-18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2">
                <a:solidFill>
                  <a:srgbClr val="FFFFFF"/>
                </a:solidFill>
                <a:latin typeface="DM Sans"/>
                <a:cs typeface="DM Sans"/>
              </a:rPr>
              <a:t>6RJ</a:t>
            </a:r>
            <a:endParaRPr sz="1100">
              <a:latin typeface="DM Sans"/>
              <a:cs typeface="DM Sans"/>
            </a:endParaRPr>
          </a:p>
          <a:p>
            <a:pPr marL="6418">
              <a:lnSpc>
                <a:spcPct val="120000"/>
              </a:lnSpc>
              <a:spcBef>
                <a:spcPts val="202"/>
              </a:spcBef>
            </a:pPr>
            <a:r>
              <a:rPr sz="1100" spc="-10">
                <a:solidFill>
                  <a:srgbClr val="FFFFFF"/>
                </a:solidFill>
                <a:latin typeface="DM Sans"/>
                <a:cs typeface="DM Sans"/>
              </a:rPr>
              <a:t>Tel:</a:t>
            </a:r>
            <a:r>
              <a:rPr sz="1100" spc="-3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+44</a:t>
            </a:r>
            <a:r>
              <a:rPr sz="1100" spc="-28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0">
                <a:solidFill>
                  <a:srgbClr val="FFFFFF"/>
                </a:solidFill>
                <a:latin typeface="DM Sans"/>
                <a:cs typeface="DM Sans"/>
              </a:rPr>
              <a:t>(0)</a:t>
            </a:r>
            <a:r>
              <a:rPr sz="1100" spc="-3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8443</a:t>
            </a:r>
            <a:r>
              <a:rPr sz="1100" spc="-28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759</a:t>
            </a:r>
            <a:r>
              <a:rPr sz="1100" spc="-28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2">
                <a:solidFill>
                  <a:srgbClr val="FFFFFF"/>
                </a:solidFill>
                <a:latin typeface="DM Sans"/>
                <a:cs typeface="DM Sans"/>
              </a:rPr>
              <a:t>685</a:t>
            </a:r>
            <a:endParaRPr sz="1100">
              <a:latin typeface="DM Sans"/>
              <a:cs typeface="DM Sans"/>
            </a:endParaRPr>
          </a:p>
        </p:txBody>
      </p:sp>
      <p:sp>
        <p:nvSpPr>
          <p:cNvPr id="14" name="object 5">
            <a:extLst>
              <a:ext uri="{FF2B5EF4-FFF2-40B4-BE49-F238E27FC236}">
                <a16:creationId xmlns:a16="http://schemas.microsoft.com/office/drawing/2014/main" id="{6A3C39D7-D3DF-5D8A-DB08-939B708E7FE3}"/>
              </a:ext>
            </a:extLst>
          </p:cNvPr>
          <p:cNvSpPr txBox="1"/>
          <p:nvPr userDrawn="1"/>
        </p:nvSpPr>
        <p:spPr>
          <a:xfrm>
            <a:off x="323316" y="4869200"/>
            <a:ext cx="2295732" cy="1291396"/>
          </a:xfrm>
          <a:prstGeom prst="rect">
            <a:avLst/>
          </a:prstGeom>
        </p:spPr>
        <p:txBody>
          <a:bodyPr vert="horz" wrap="square" lIns="0" tIns="31449" rIns="0" bIns="0" rtlCol="0">
            <a:spAutoFit/>
          </a:bodyPr>
          <a:lstStyle/>
          <a:p>
            <a:pPr marL="6418">
              <a:lnSpc>
                <a:spcPct val="120000"/>
              </a:lnSpc>
              <a:spcBef>
                <a:spcPts val="248"/>
              </a:spcBef>
            </a:pPr>
            <a:r>
              <a:rPr sz="1100" spc="86">
                <a:solidFill>
                  <a:srgbClr val="12C6B3"/>
                </a:solidFill>
                <a:latin typeface="DMSans-Medium"/>
                <a:cs typeface="DMSans-Medium"/>
              </a:rPr>
              <a:t>NORTH</a:t>
            </a:r>
            <a:r>
              <a:rPr sz="1100" spc="219">
                <a:solidFill>
                  <a:srgbClr val="12C6B3"/>
                </a:solidFill>
                <a:latin typeface="DMSans-Medium"/>
                <a:cs typeface="DMSans-Medium"/>
              </a:rPr>
              <a:t> </a:t>
            </a:r>
            <a:r>
              <a:rPr sz="1100" spc="86">
                <a:solidFill>
                  <a:srgbClr val="12C6B3"/>
                </a:solidFill>
                <a:latin typeface="DMSans-Medium"/>
                <a:cs typeface="DMSans-Medium"/>
              </a:rPr>
              <a:t>AMERICA</a:t>
            </a:r>
            <a:endParaRPr sz="1100">
              <a:latin typeface="DMSans-Medium"/>
              <a:cs typeface="DMSans-Medium"/>
            </a:endParaRPr>
          </a:p>
          <a:p>
            <a:pPr marL="6418">
              <a:lnSpc>
                <a:spcPct val="120000"/>
              </a:lnSpc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6001 Cass </a:t>
            </a:r>
            <a:r>
              <a:rPr sz="1100" spc="-6">
                <a:solidFill>
                  <a:srgbClr val="FFFFFF"/>
                </a:solidFill>
                <a:latin typeface="DM Sans"/>
                <a:cs typeface="DM Sans"/>
              </a:rPr>
              <a:t>Avenue</a:t>
            </a:r>
            <a:endParaRPr sz="1100">
              <a:latin typeface="DM Sans"/>
              <a:cs typeface="DM Sans"/>
            </a:endParaRPr>
          </a:p>
          <a:p>
            <a:pPr marL="6418" marR="498017">
              <a:lnSpc>
                <a:spcPct val="120000"/>
              </a:lnSpc>
              <a:spcBef>
                <a:spcPts val="2"/>
              </a:spcBef>
            </a:pP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Suite</a:t>
            </a:r>
            <a:r>
              <a:rPr sz="1100" spc="-16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2">
                <a:solidFill>
                  <a:srgbClr val="FFFFFF"/>
                </a:solidFill>
                <a:latin typeface="DM Sans"/>
                <a:cs typeface="DM Sans"/>
              </a:rPr>
              <a:t>600</a:t>
            </a:r>
            <a:br>
              <a:rPr lang="en-GB" sz="1100" spc="-12">
                <a:solidFill>
                  <a:srgbClr val="FFFFFF"/>
                </a:solidFill>
                <a:latin typeface="DM Sans"/>
                <a:cs typeface="DM Sans"/>
              </a:rPr>
            </a:b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Detroit</a:t>
            </a:r>
            <a:r>
              <a:rPr sz="1100" spc="-36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2">
                <a:solidFill>
                  <a:srgbClr val="FFFFFF"/>
                </a:solidFill>
                <a:latin typeface="DM Sans"/>
                <a:cs typeface="DM Sans"/>
              </a:rPr>
              <a:t>MI</a:t>
            </a:r>
            <a:br>
              <a:rPr lang="en-GB" sz="1100" spc="-12">
                <a:solidFill>
                  <a:srgbClr val="FFFFFF"/>
                </a:solidFill>
                <a:latin typeface="DM Sans"/>
                <a:cs typeface="DM Sans"/>
              </a:rPr>
            </a:b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USA </a:t>
            </a:r>
            <a:r>
              <a:rPr sz="1100" spc="-10">
                <a:solidFill>
                  <a:srgbClr val="FFFFFF"/>
                </a:solidFill>
                <a:latin typeface="DM Sans"/>
                <a:cs typeface="DM Sans"/>
              </a:rPr>
              <a:t>48202</a:t>
            </a:r>
            <a:endParaRPr sz="1100">
              <a:latin typeface="DM Sans"/>
              <a:cs typeface="DM Sans"/>
            </a:endParaRPr>
          </a:p>
          <a:p>
            <a:pPr marL="6418">
              <a:lnSpc>
                <a:spcPct val="120000"/>
              </a:lnSpc>
              <a:spcBef>
                <a:spcPts val="200"/>
              </a:spcBef>
            </a:pPr>
            <a:r>
              <a:rPr sz="1100" spc="-10">
                <a:solidFill>
                  <a:srgbClr val="FFFFFF"/>
                </a:solidFill>
                <a:latin typeface="DM Sans"/>
                <a:cs typeface="DM Sans"/>
              </a:rPr>
              <a:t>Tel:</a:t>
            </a:r>
            <a:r>
              <a:rPr sz="1100" spc="-16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+1</a:t>
            </a:r>
            <a:r>
              <a:rPr sz="1100" spc="-16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248</a:t>
            </a:r>
            <a:r>
              <a:rPr sz="1100" spc="-16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426</a:t>
            </a:r>
            <a:r>
              <a:rPr sz="1100" spc="-16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0">
                <a:solidFill>
                  <a:srgbClr val="FFFFFF"/>
                </a:solidFill>
                <a:latin typeface="DM Sans"/>
                <a:cs typeface="DM Sans"/>
              </a:rPr>
              <a:t>1482</a:t>
            </a:r>
            <a:endParaRPr sz="1100">
              <a:latin typeface="DM Sans"/>
              <a:cs typeface="DM Sans"/>
            </a:endParaRPr>
          </a:p>
        </p:txBody>
      </p:sp>
      <p:sp>
        <p:nvSpPr>
          <p:cNvPr id="16" name="object 7">
            <a:extLst>
              <a:ext uri="{FF2B5EF4-FFF2-40B4-BE49-F238E27FC236}">
                <a16:creationId xmlns:a16="http://schemas.microsoft.com/office/drawing/2014/main" id="{923C88B8-5438-2D75-3F88-60E1DEB762A3}"/>
              </a:ext>
            </a:extLst>
          </p:cNvPr>
          <p:cNvSpPr txBox="1"/>
          <p:nvPr userDrawn="1"/>
        </p:nvSpPr>
        <p:spPr>
          <a:xfrm>
            <a:off x="9742354" y="1921198"/>
            <a:ext cx="2233746" cy="1739581"/>
          </a:xfrm>
          <a:prstGeom prst="rect">
            <a:avLst/>
          </a:prstGeom>
        </p:spPr>
        <p:txBody>
          <a:bodyPr vert="horz" wrap="square" lIns="0" tIns="6098" rIns="0" bIns="0" rtlCol="0">
            <a:spAutoFit/>
          </a:bodyPr>
          <a:lstStyle/>
          <a:p>
            <a:pPr marL="198308" marR="577278">
              <a:lnSpc>
                <a:spcPct val="150000"/>
              </a:lnSpc>
              <a:spcBef>
                <a:spcPts val="48"/>
              </a:spcBef>
            </a:pPr>
            <a:r>
              <a:rPr sz="1100" spc="-6">
                <a:solidFill>
                  <a:srgbClr val="FFFFFF"/>
                </a:solidFill>
                <a:latin typeface="DM Sans"/>
                <a:cs typeface="DM Sans"/>
              </a:rPr>
              <a:t>/TataTechnologies </a:t>
            </a:r>
            <a:br>
              <a:rPr lang="en-GB" sz="1100" spc="-6">
                <a:solidFill>
                  <a:srgbClr val="FFFFFF"/>
                </a:solidFill>
                <a:latin typeface="DM Sans"/>
                <a:cs typeface="DM Sans"/>
              </a:rPr>
            </a:br>
            <a:r>
              <a:rPr lang="en-IN" sz="1100" spc="-6">
                <a:solidFill>
                  <a:srgbClr val="FFFFFF"/>
                </a:solidFill>
                <a:latin typeface="DM Sans"/>
                <a:cs typeface="DM Sans"/>
              </a:rPr>
              <a:t>@t</a:t>
            </a:r>
            <a:r>
              <a:rPr sz="1100" spc="-6" err="1">
                <a:solidFill>
                  <a:srgbClr val="FFFFFF"/>
                </a:solidFill>
                <a:latin typeface="DM Sans"/>
                <a:cs typeface="DM Sans"/>
              </a:rPr>
              <a:t>atatechnologies</a:t>
            </a:r>
            <a:br>
              <a:rPr lang="en-GB" sz="1100" spc="0">
                <a:solidFill>
                  <a:schemeClr val="tx1"/>
                </a:solidFill>
                <a:latin typeface="DM Sans"/>
                <a:cs typeface="DM Sans"/>
              </a:rPr>
            </a:br>
            <a:r>
              <a:rPr sz="1100" spc="-6">
                <a:solidFill>
                  <a:srgbClr val="FFFFFF"/>
                </a:solidFill>
                <a:latin typeface="DM Sans"/>
                <a:cs typeface="DM Sans"/>
              </a:rPr>
              <a:t>/TataTech_News</a:t>
            </a:r>
            <a:br>
              <a:rPr lang="en-GB" sz="1100" spc="0">
                <a:solidFill>
                  <a:schemeClr val="tx1"/>
                </a:solidFill>
                <a:latin typeface="DM Sans"/>
                <a:cs typeface="DM Sans"/>
              </a:rPr>
            </a:br>
            <a:r>
              <a:rPr sz="1100" spc="-6">
                <a:solidFill>
                  <a:srgbClr val="FFFFFF"/>
                </a:solidFill>
                <a:latin typeface="DM Sans"/>
                <a:cs typeface="DM Sans"/>
              </a:rPr>
              <a:t>/TataTechnologies</a:t>
            </a:r>
            <a:br>
              <a:rPr lang="en-GB" sz="1100" spc="0">
                <a:solidFill>
                  <a:schemeClr val="tx1"/>
                </a:solidFill>
                <a:latin typeface="DM Sans"/>
                <a:cs typeface="DM Sans"/>
              </a:rPr>
            </a:br>
            <a:r>
              <a:rPr sz="1100" spc="-6">
                <a:solidFill>
                  <a:srgbClr val="FFFFFF"/>
                </a:solidFill>
                <a:latin typeface="DM Sans"/>
                <a:cs typeface="DM Sans"/>
              </a:rPr>
              <a:t>/TataTechnologies</a:t>
            </a:r>
            <a:endParaRPr sz="1100">
              <a:latin typeface="DM Sans"/>
              <a:cs typeface="DM Sans"/>
            </a:endParaRPr>
          </a:p>
          <a:p>
            <a:pPr marL="6418">
              <a:lnSpc>
                <a:spcPct val="150000"/>
              </a:lnSpc>
              <a:spcBef>
                <a:spcPts val="958"/>
              </a:spcBef>
            </a:pPr>
            <a:r>
              <a:rPr sz="1600" spc="-6">
                <a:solidFill>
                  <a:srgbClr val="12C6B3"/>
                </a:solidFill>
                <a:latin typeface="DM Sans"/>
                <a:cs typeface="DM Sans"/>
              </a:rPr>
              <a:t>tatatechnologies.com</a:t>
            </a:r>
            <a:endParaRPr sz="1600">
              <a:latin typeface="DM Sans"/>
              <a:cs typeface="DM Sans"/>
            </a:endParaRPr>
          </a:p>
        </p:txBody>
      </p:sp>
      <p:pic>
        <p:nvPicPr>
          <p:cNvPr id="25" name="Graphic 24">
            <a:extLst>
              <a:ext uri="{FF2B5EF4-FFF2-40B4-BE49-F238E27FC236}">
                <a16:creationId xmlns:a16="http://schemas.microsoft.com/office/drawing/2014/main" id="{9E75AABC-1D3F-ED3D-D014-E03BF4DD33A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50004" y="2021240"/>
            <a:ext cx="132408" cy="132408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D1F38D71-2C71-CD1F-67F5-81B2893EF01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41177" y="3002251"/>
            <a:ext cx="146107" cy="136976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381269AE-972C-53B4-D8B7-98BE52DD5285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741177" y="2507579"/>
            <a:ext cx="150062" cy="12358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13A46D62-9014-4131-D10C-A48F660767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3480"/>
          <a:stretch/>
        </p:blipFill>
        <p:spPr>
          <a:xfrm>
            <a:off x="9733024" y="2771732"/>
            <a:ext cx="166369" cy="113862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D16FBCCA-8A9C-57F9-EB5A-94CAD1FA3A4D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750004" y="2274945"/>
            <a:ext cx="132408" cy="132408"/>
          </a:xfrm>
          <a:prstGeom prst="rect">
            <a:avLst/>
          </a:prstGeom>
        </p:spPr>
      </p:pic>
      <p:grpSp>
        <p:nvGrpSpPr>
          <p:cNvPr id="37" name="Group 36">
            <a:extLst>
              <a:ext uri="{FF2B5EF4-FFF2-40B4-BE49-F238E27FC236}">
                <a16:creationId xmlns:a16="http://schemas.microsoft.com/office/drawing/2014/main" id="{012E4E5D-C822-2EBA-AF22-2AEE010CC154}"/>
              </a:ext>
            </a:extLst>
          </p:cNvPr>
          <p:cNvGrpSpPr/>
          <p:nvPr userDrawn="1"/>
        </p:nvGrpSpPr>
        <p:grpSpPr>
          <a:xfrm>
            <a:off x="11084200" y="316625"/>
            <a:ext cx="761725" cy="157981"/>
            <a:chOff x="9242701" y="249950"/>
            <a:chExt cx="652960" cy="135423"/>
          </a:xfrm>
        </p:grpSpPr>
        <p:sp>
          <p:nvSpPr>
            <p:cNvPr id="38" name="object 6">
              <a:extLst>
                <a:ext uri="{FF2B5EF4-FFF2-40B4-BE49-F238E27FC236}">
                  <a16:creationId xmlns:a16="http://schemas.microsoft.com/office/drawing/2014/main" id="{F5A0F20E-7471-B72F-242E-62B531EBBA02}"/>
                </a:ext>
              </a:extLst>
            </p:cNvPr>
            <p:cNvSpPr/>
            <p:nvPr/>
          </p:nvSpPr>
          <p:spPr>
            <a:xfrm>
              <a:off x="9571215" y="268829"/>
              <a:ext cx="122588" cy="103011"/>
            </a:xfrm>
            <a:custGeom>
              <a:avLst/>
              <a:gdLst/>
              <a:ahLst/>
              <a:cxnLst/>
              <a:rect l="l" t="t" r="r" b="b"/>
              <a:pathLst>
                <a:path w="242569" h="203834">
                  <a:moveTo>
                    <a:pt x="163104" y="0"/>
                  </a:moveTo>
                  <a:lnTo>
                    <a:pt x="77442" y="0"/>
                  </a:lnTo>
                  <a:lnTo>
                    <a:pt x="0" y="203229"/>
                  </a:lnTo>
                  <a:lnTo>
                    <a:pt x="78353" y="203229"/>
                  </a:lnTo>
                  <a:lnTo>
                    <a:pt x="12027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7">
              <a:extLst>
                <a:ext uri="{FF2B5EF4-FFF2-40B4-BE49-F238E27FC236}">
                  <a16:creationId xmlns:a16="http://schemas.microsoft.com/office/drawing/2014/main" id="{0FA289AB-5950-69E5-7E38-BD63CD501E91}"/>
                </a:ext>
              </a:extLst>
            </p:cNvPr>
            <p:cNvSpPr/>
            <p:nvPr/>
          </p:nvSpPr>
          <p:spPr>
            <a:xfrm>
              <a:off x="9772920" y="268829"/>
              <a:ext cx="122588" cy="103011"/>
            </a:xfrm>
            <a:custGeom>
              <a:avLst/>
              <a:gdLst/>
              <a:ahLst/>
              <a:cxnLst/>
              <a:rect l="l" t="t" r="r" b="b"/>
              <a:pathLst>
                <a:path w="242569" h="203834">
                  <a:moveTo>
                    <a:pt x="163125" y="0"/>
                  </a:moveTo>
                  <a:lnTo>
                    <a:pt x="77453" y="0"/>
                  </a:lnTo>
                  <a:lnTo>
                    <a:pt x="0" y="203229"/>
                  </a:lnTo>
                  <a:lnTo>
                    <a:pt x="79285" y="203229"/>
                  </a:lnTo>
                  <a:lnTo>
                    <a:pt x="12028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40" name="object 8">
              <a:extLst>
                <a:ext uri="{FF2B5EF4-FFF2-40B4-BE49-F238E27FC236}">
                  <a16:creationId xmlns:a16="http://schemas.microsoft.com/office/drawing/2014/main" id="{CB03E7B7-4899-9258-ACC1-BF186B9180B6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46" name="object 9">
                <a:extLst>
                  <a:ext uri="{FF2B5EF4-FFF2-40B4-BE49-F238E27FC236}">
                    <a16:creationId xmlns:a16="http://schemas.microsoft.com/office/drawing/2014/main" id="{87FADE85-A416-FC74-7EB3-B815C06B9220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47" name="object 10">
                <a:extLst>
                  <a:ext uri="{FF2B5EF4-FFF2-40B4-BE49-F238E27FC236}">
                    <a16:creationId xmlns:a16="http://schemas.microsoft.com/office/drawing/2014/main" id="{6652C85E-10AB-F076-C344-1B1811E88CA1}"/>
                  </a:ext>
                </a:extLst>
              </p:cNvPr>
              <p:cNvPicPr/>
              <p:nvPr/>
            </p:nvPicPr>
            <p:blipFill>
              <a:blip r:embed="rId11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48" name="object 11">
                <a:extLst>
                  <a:ext uri="{FF2B5EF4-FFF2-40B4-BE49-F238E27FC236}">
                    <a16:creationId xmlns:a16="http://schemas.microsoft.com/office/drawing/2014/main" id="{430224B0-A0D4-0745-0A0A-F95198FAD892}"/>
                  </a:ext>
                </a:extLst>
              </p:cNvPr>
              <p:cNvPicPr/>
              <p:nvPr/>
            </p:nvPicPr>
            <p:blipFill>
              <a:blip r:embed="rId1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  <p:sp>
          <p:nvSpPr>
            <p:cNvPr id="41" name="object 22">
              <a:extLst>
                <a:ext uri="{FF2B5EF4-FFF2-40B4-BE49-F238E27FC236}">
                  <a16:creationId xmlns:a16="http://schemas.microsoft.com/office/drawing/2014/main" id="{8826A970-02DC-C41C-A705-05879B32AE33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42" name="object 23">
              <a:extLst>
                <a:ext uri="{FF2B5EF4-FFF2-40B4-BE49-F238E27FC236}">
                  <a16:creationId xmlns:a16="http://schemas.microsoft.com/office/drawing/2014/main" id="{37D147A8-D3E3-B4B6-EDBB-19B01B294B22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43" name="object 24">
                <a:extLst>
                  <a:ext uri="{FF2B5EF4-FFF2-40B4-BE49-F238E27FC236}">
                    <a16:creationId xmlns:a16="http://schemas.microsoft.com/office/drawing/2014/main" id="{112D2006-19F3-7134-0287-D1CCD0E61AA6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44" name="object 25">
                <a:extLst>
                  <a:ext uri="{FF2B5EF4-FFF2-40B4-BE49-F238E27FC236}">
                    <a16:creationId xmlns:a16="http://schemas.microsoft.com/office/drawing/2014/main" id="{CFF13B7E-B12D-6EFA-970E-24B4B87CA339}"/>
                  </a:ext>
                </a:extLst>
              </p:cNvPr>
              <p:cNvPicPr/>
              <p:nvPr/>
            </p:nvPicPr>
            <p:blipFill>
              <a:blip r:embed="rId11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45" name="object 26">
                <a:extLst>
                  <a:ext uri="{FF2B5EF4-FFF2-40B4-BE49-F238E27FC236}">
                    <a16:creationId xmlns:a16="http://schemas.microsoft.com/office/drawing/2014/main" id="{1CDE3C13-1150-B6C6-1277-D870DCCDD718}"/>
                  </a:ext>
                </a:extLst>
              </p:cNvPr>
              <p:cNvPicPr/>
              <p:nvPr/>
            </p:nvPicPr>
            <p:blipFill>
              <a:blip r:embed="rId1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23F6EF5E-0034-969A-562B-6DE58C861065}"/>
              </a:ext>
            </a:extLst>
          </p:cNvPr>
          <p:cNvSpPr txBox="1"/>
          <p:nvPr userDrawn="1"/>
        </p:nvSpPr>
        <p:spPr>
          <a:xfrm>
            <a:off x="437243" y="6373603"/>
            <a:ext cx="6098874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600" spc="-20" baseline="0">
                <a:solidFill>
                  <a:srgbClr val="FFFFFF"/>
                </a:solidFill>
                <a:effectLst/>
              </a:rPr>
              <a:t>© Copyright 2023 Tata Technologies. All rights reserved. All other trademarks are trademarks of their respective owners.</a:t>
            </a:r>
          </a:p>
        </p:txBody>
      </p:sp>
      <p:sp>
        <p:nvSpPr>
          <p:cNvPr id="2" name="Rectangle 1">
            <a:hlinkClick r:id="rId13"/>
            <a:extLst>
              <a:ext uri="{FF2B5EF4-FFF2-40B4-BE49-F238E27FC236}">
                <a16:creationId xmlns:a16="http://schemas.microsoft.com/office/drawing/2014/main" id="{EA0A9CE0-2443-7657-7D67-B984454063A3}"/>
              </a:ext>
            </a:extLst>
          </p:cNvPr>
          <p:cNvSpPr/>
          <p:nvPr userDrawn="1"/>
        </p:nvSpPr>
        <p:spPr>
          <a:xfrm>
            <a:off x="9685821" y="3392558"/>
            <a:ext cx="2156930" cy="2682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hlinkClick r:id="rId14"/>
            <a:extLst>
              <a:ext uri="{FF2B5EF4-FFF2-40B4-BE49-F238E27FC236}">
                <a16:creationId xmlns:a16="http://schemas.microsoft.com/office/drawing/2014/main" id="{91752C5D-215E-98D2-E98E-44E992D2A7B4}"/>
              </a:ext>
            </a:extLst>
          </p:cNvPr>
          <p:cNvSpPr/>
          <p:nvPr userDrawn="1"/>
        </p:nvSpPr>
        <p:spPr>
          <a:xfrm>
            <a:off x="9684255" y="1988457"/>
            <a:ext cx="1496841" cy="1724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hlinkClick r:id="rId15"/>
            <a:extLst>
              <a:ext uri="{FF2B5EF4-FFF2-40B4-BE49-F238E27FC236}">
                <a16:creationId xmlns:a16="http://schemas.microsoft.com/office/drawing/2014/main" id="{19F46B21-66D1-0DFD-103B-95E43BFAA2BF}"/>
              </a:ext>
            </a:extLst>
          </p:cNvPr>
          <p:cNvSpPr/>
          <p:nvPr userDrawn="1"/>
        </p:nvSpPr>
        <p:spPr>
          <a:xfrm>
            <a:off x="9703998" y="2257563"/>
            <a:ext cx="1496841" cy="1724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hlinkClick r:id="rId16"/>
            <a:extLst>
              <a:ext uri="{FF2B5EF4-FFF2-40B4-BE49-F238E27FC236}">
                <a16:creationId xmlns:a16="http://schemas.microsoft.com/office/drawing/2014/main" id="{09F7D139-17BA-3E48-242D-F6E58C36CCAF}"/>
              </a:ext>
            </a:extLst>
          </p:cNvPr>
          <p:cNvSpPr/>
          <p:nvPr userDrawn="1"/>
        </p:nvSpPr>
        <p:spPr>
          <a:xfrm>
            <a:off x="9684255" y="2481943"/>
            <a:ext cx="1496841" cy="1724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hlinkClick r:id="rId17"/>
            <a:extLst>
              <a:ext uri="{FF2B5EF4-FFF2-40B4-BE49-F238E27FC236}">
                <a16:creationId xmlns:a16="http://schemas.microsoft.com/office/drawing/2014/main" id="{109A6B67-AA4A-ED79-EED9-DC6273750977}"/>
              </a:ext>
            </a:extLst>
          </p:cNvPr>
          <p:cNvSpPr/>
          <p:nvPr userDrawn="1"/>
        </p:nvSpPr>
        <p:spPr>
          <a:xfrm>
            <a:off x="9684255" y="2735943"/>
            <a:ext cx="1496841" cy="1724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hlinkClick r:id="rId18"/>
            <a:extLst>
              <a:ext uri="{FF2B5EF4-FFF2-40B4-BE49-F238E27FC236}">
                <a16:creationId xmlns:a16="http://schemas.microsoft.com/office/drawing/2014/main" id="{FD563222-153D-8597-37B4-77F2E2529095}"/>
              </a:ext>
            </a:extLst>
          </p:cNvPr>
          <p:cNvSpPr/>
          <p:nvPr userDrawn="1"/>
        </p:nvSpPr>
        <p:spPr>
          <a:xfrm>
            <a:off x="9684255" y="2982686"/>
            <a:ext cx="1496841" cy="1724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305EA7-56BB-D911-FA67-8B27050628BE}"/>
              </a:ext>
            </a:extLst>
          </p:cNvPr>
          <p:cNvPicPr>
            <a:picLocks noChangeAspect="1"/>
          </p:cNvPicPr>
          <p:nvPr userDrawn="1"/>
        </p:nvPicPr>
        <p:blipFill>
          <a:blip r:embed="rId1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500" y="333374"/>
            <a:ext cx="1775654" cy="126189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5C57733D-12E9-96DF-C658-3857341A6906}"/>
              </a:ext>
            </a:extLst>
          </p:cNvPr>
          <p:cNvPicPr>
            <a:picLocks noChangeAspect="1"/>
          </p:cNvPicPr>
          <p:nvPr userDrawn="1"/>
        </p:nvPicPr>
        <p:blipFill>
          <a:blip r:embed="rId20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9703998" y="6408070"/>
            <a:ext cx="2135346" cy="168971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1884B874-4F77-9C17-7B83-798345FABCE5}"/>
              </a:ext>
            </a:extLst>
          </p:cNvPr>
          <p:cNvPicPr>
            <a:picLocks noChangeAspect="1"/>
          </p:cNvPicPr>
          <p:nvPr userDrawn="1"/>
        </p:nvPicPr>
        <p:blipFill>
          <a:blip r:embed="rId2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099533" y="160020"/>
            <a:ext cx="2729004" cy="6393180"/>
          </a:xfrm>
          <a:prstGeom prst="rect">
            <a:avLst/>
          </a:prstGeom>
        </p:spPr>
      </p:pic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B6BD00B0-5F8B-DE6C-8E7E-D9748ACB59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" y="6356350"/>
            <a:ext cx="491300" cy="365125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fld id="{C4B1DB5C-CBD1-46F1-83D6-F5AA23577CB7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6B08CAD-B4FF-FC79-1B55-D78D1150F2BF}"/>
              </a:ext>
            </a:extLst>
          </p:cNvPr>
          <p:cNvSpPr txBox="1"/>
          <p:nvPr userDrawn="1"/>
        </p:nvSpPr>
        <p:spPr>
          <a:xfrm>
            <a:off x="-273465" y="9571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11" name="hcSlideMaster.1_Closing slideHeader" descr="Classification: Public">
            <a:extLst>
              <a:ext uri="{FF2B5EF4-FFF2-40B4-BE49-F238E27FC236}">
                <a16:creationId xmlns:a16="http://schemas.microsoft.com/office/drawing/2014/main" id="{E88F43EE-71EE-D95A-50B0-5C6F5241B43D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008000"/>
                </a:solidFill>
                <a:latin typeface="Microsoft Sans Serif" panose="020B0604020202020204" pitchFamily="34" charset="0"/>
              </a:rPr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42045627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>
            <a:extLst>
              <a:ext uri="{FF2B5EF4-FFF2-40B4-BE49-F238E27FC236}">
                <a16:creationId xmlns:a16="http://schemas.microsoft.com/office/drawing/2014/main" id="{676F08B8-0EF2-276E-D85F-151FA39423C7}"/>
              </a:ext>
            </a:extLst>
          </p:cNvPr>
          <p:cNvSpPr txBox="1"/>
          <p:nvPr userDrawn="1"/>
        </p:nvSpPr>
        <p:spPr>
          <a:xfrm>
            <a:off x="323646" y="1693821"/>
            <a:ext cx="2467781" cy="1265748"/>
          </a:xfrm>
          <a:prstGeom prst="rect">
            <a:avLst/>
          </a:prstGeom>
        </p:spPr>
        <p:txBody>
          <a:bodyPr vert="horz" wrap="square" lIns="0" tIns="31449" rIns="0" bIns="0" rtlCol="0">
            <a:spAutoFit/>
          </a:bodyPr>
          <a:lstStyle/>
          <a:p>
            <a:pPr marL="6418">
              <a:lnSpc>
                <a:spcPct val="120000"/>
              </a:lnSpc>
              <a:spcBef>
                <a:spcPts val="248"/>
              </a:spcBef>
            </a:pPr>
            <a:r>
              <a:rPr sz="1100" spc="81">
                <a:solidFill>
                  <a:schemeClr val="bg1"/>
                </a:solidFill>
                <a:latin typeface="DMSans-Medium"/>
                <a:cs typeface="DMSans-Medium"/>
              </a:rPr>
              <a:t>ASIA</a:t>
            </a:r>
            <a:r>
              <a:rPr sz="1100" spc="222">
                <a:solidFill>
                  <a:schemeClr val="bg1"/>
                </a:solidFill>
                <a:latin typeface="DMSans-Medium"/>
                <a:cs typeface="DMSans-Medium"/>
              </a:rPr>
              <a:t> </a:t>
            </a:r>
            <a:r>
              <a:rPr sz="1100" spc="71">
                <a:solidFill>
                  <a:schemeClr val="bg1"/>
                </a:solidFill>
                <a:latin typeface="DMSans-Medium"/>
                <a:cs typeface="DMSans-Medium"/>
              </a:rPr>
              <a:t>PACIFIC </a:t>
            </a:r>
            <a:endParaRPr sz="1100">
              <a:solidFill>
                <a:schemeClr val="bg1"/>
              </a:solidFill>
              <a:latin typeface="DMSans-Medium"/>
              <a:cs typeface="DMSans-Medium"/>
            </a:endParaRPr>
          </a:p>
          <a:p>
            <a:pPr marL="6418" marR="2567">
              <a:lnSpc>
                <a:spcPct val="120000"/>
              </a:lnSpc>
            </a:pPr>
            <a:r>
              <a:rPr sz="1100">
                <a:solidFill>
                  <a:schemeClr val="bg1"/>
                </a:solidFill>
                <a:latin typeface="DM Sans"/>
                <a:cs typeface="DM Sans"/>
              </a:rPr>
              <a:t>25</a:t>
            </a:r>
            <a:r>
              <a:rPr sz="1100" spc="-18">
                <a:solidFill>
                  <a:schemeClr val="bg1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chemeClr val="bg1"/>
                </a:solidFill>
                <a:latin typeface="DM Sans"/>
                <a:cs typeface="DM Sans"/>
              </a:rPr>
              <a:t>Rajiv</a:t>
            </a:r>
            <a:r>
              <a:rPr sz="1100" spc="-18">
                <a:solidFill>
                  <a:schemeClr val="bg1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chemeClr val="bg1"/>
                </a:solidFill>
                <a:latin typeface="DM Sans"/>
                <a:cs typeface="DM Sans"/>
              </a:rPr>
              <a:t>Gandhi</a:t>
            </a:r>
            <a:r>
              <a:rPr sz="1100" spc="-18">
                <a:solidFill>
                  <a:schemeClr val="bg1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chemeClr val="bg1"/>
                </a:solidFill>
                <a:latin typeface="DM Sans"/>
                <a:cs typeface="DM Sans"/>
              </a:rPr>
              <a:t>Infotech</a:t>
            </a:r>
            <a:r>
              <a:rPr sz="1100" spc="-18">
                <a:solidFill>
                  <a:schemeClr val="bg1"/>
                </a:solidFill>
                <a:latin typeface="DM Sans"/>
                <a:cs typeface="DM Sans"/>
              </a:rPr>
              <a:t> </a:t>
            </a:r>
            <a:r>
              <a:rPr sz="1100" spc="-10">
                <a:solidFill>
                  <a:schemeClr val="bg1"/>
                </a:solidFill>
                <a:latin typeface="DM Sans"/>
                <a:cs typeface="DM Sans"/>
              </a:rPr>
              <a:t>Park</a:t>
            </a:r>
            <a:br>
              <a:rPr lang="en-GB" sz="1100" spc="-10">
                <a:solidFill>
                  <a:schemeClr val="bg1"/>
                </a:solidFill>
                <a:latin typeface="DM Sans"/>
                <a:cs typeface="DM Sans"/>
              </a:rPr>
            </a:br>
            <a:r>
              <a:rPr sz="1100">
                <a:solidFill>
                  <a:schemeClr val="bg1"/>
                </a:solidFill>
                <a:latin typeface="DM Sans"/>
                <a:cs typeface="DM Sans"/>
              </a:rPr>
              <a:t>Hinjawadi,</a:t>
            </a:r>
            <a:r>
              <a:rPr sz="1100" spc="-33">
                <a:solidFill>
                  <a:schemeClr val="bg1"/>
                </a:solidFill>
                <a:latin typeface="DM Sans"/>
                <a:cs typeface="DM Sans"/>
              </a:rPr>
              <a:t> </a:t>
            </a:r>
            <a:r>
              <a:rPr sz="1100" spc="-10">
                <a:solidFill>
                  <a:schemeClr val="bg1"/>
                </a:solidFill>
                <a:latin typeface="DM Sans"/>
                <a:cs typeface="DM Sans"/>
              </a:rPr>
              <a:t>Pune</a:t>
            </a:r>
            <a:endParaRPr sz="1100">
              <a:solidFill>
                <a:schemeClr val="bg1"/>
              </a:solidFill>
              <a:latin typeface="DM Sans"/>
              <a:cs typeface="DM Sans"/>
            </a:endParaRPr>
          </a:p>
          <a:p>
            <a:pPr marL="6418" marR="1211032">
              <a:lnSpc>
                <a:spcPct val="120000"/>
              </a:lnSpc>
            </a:pPr>
            <a:r>
              <a:rPr sz="1100" spc="-6">
                <a:solidFill>
                  <a:schemeClr val="bg1"/>
                </a:solidFill>
                <a:latin typeface="DM Sans"/>
                <a:cs typeface="DM Sans"/>
              </a:rPr>
              <a:t>India</a:t>
            </a:r>
            <a:br>
              <a:rPr lang="en-GB" sz="1100" spc="-6">
                <a:solidFill>
                  <a:schemeClr val="bg1"/>
                </a:solidFill>
                <a:latin typeface="DM Sans"/>
                <a:cs typeface="DM Sans"/>
              </a:rPr>
            </a:br>
            <a:r>
              <a:rPr sz="1100" spc="-6">
                <a:solidFill>
                  <a:schemeClr val="bg1"/>
                </a:solidFill>
                <a:latin typeface="DM Sans"/>
                <a:cs typeface="DM Sans"/>
              </a:rPr>
              <a:t>411057</a:t>
            </a:r>
            <a:endParaRPr sz="1100">
              <a:solidFill>
                <a:schemeClr val="bg1"/>
              </a:solidFill>
              <a:latin typeface="DM Sans"/>
              <a:cs typeface="DM Sans"/>
            </a:endParaRPr>
          </a:p>
          <a:p>
            <a:pPr marL="6418">
              <a:lnSpc>
                <a:spcPct val="120000"/>
              </a:lnSpc>
              <a:spcBef>
                <a:spcPts val="202"/>
              </a:spcBef>
            </a:pPr>
            <a:r>
              <a:rPr sz="1100" spc="-10">
                <a:solidFill>
                  <a:schemeClr val="bg1"/>
                </a:solidFill>
                <a:latin typeface="DM Sans"/>
                <a:cs typeface="DM Sans"/>
              </a:rPr>
              <a:t>Tel:</a:t>
            </a:r>
            <a:r>
              <a:rPr sz="1100" spc="-28">
                <a:solidFill>
                  <a:schemeClr val="bg1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chemeClr val="bg1"/>
                </a:solidFill>
                <a:latin typeface="DM Sans"/>
                <a:cs typeface="DM Sans"/>
              </a:rPr>
              <a:t>+91</a:t>
            </a:r>
            <a:r>
              <a:rPr sz="1100" spc="-28">
                <a:solidFill>
                  <a:schemeClr val="bg1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chemeClr val="bg1"/>
                </a:solidFill>
                <a:latin typeface="DM Sans"/>
                <a:cs typeface="DM Sans"/>
              </a:rPr>
              <a:t>20</a:t>
            </a:r>
            <a:r>
              <a:rPr sz="1100" spc="-28">
                <a:solidFill>
                  <a:schemeClr val="bg1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chemeClr val="bg1"/>
                </a:solidFill>
                <a:latin typeface="DM Sans"/>
                <a:cs typeface="DM Sans"/>
              </a:rPr>
              <a:t>6652</a:t>
            </a:r>
            <a:r>
              <a:rPr sz="1100" spc="-26">
                <a:solidFill>
                  <a:schemeClr val="bg1"/>
                </a:solidFill>
                <a:latin typeface="DM Sans"/>
                <a:cs typeface="DM Sans"/>
              </a:rPr>
              <a:t> </a:t>
            </a:r>
            <a:r>
              <a:rPr sz="1100" spc="-10">
                <a:solidFill>
                  <a:schemeClr val="bg1"/>
                </a:solidFill>
                <a:latin typeface="DM Sans"/>
                <a:cs typeface="DM Sans"/>
              </a:rPr>
              <a:t>9090</a:t>
            </a:r>
            <a:endParaRPr sz="1100">
              <a:solidFill>
                <a:schemeClr val="bg1"/>
              </a:solidFill>
              <a:latin typeface="DM Sans"/>
              <a:cs typeface="DM Sans"/>
            </a:endParaRPr>
          </a:p>
        </p:txBody>
      </p:sp>
      <p:sp>
        <p:nvSpPr>
          <p:cNvPr id="13" name="object 4">
            <a:extLst>
              <a:ext uri="{FF2B5EF4-FFF2-40B4-BE49-F238E27FC236}">
                <a16:creationId xmlns:a16="http://schemas.microsoft.com/office/drawing/2014/main" id="{BF26C33B-9003-AF9E-198E-D60A669D328F}"/>
              </a:ext>
            </a:extLst>
          </p:cNvPr>
          <p:cNvSpPr txBox="1"/>
          <p:nvPr userDrawn="1"/>
        </p:nvSpPr>
        <p:spPr>
          <a:xfrm>
            <a:off x="323646" y="3110922"/>
            <a:ext cx="3097129" cy="1672013"/>
          </a:xfrm>
          <a:prstGeom prst="rect">
            <a:avLst/>
          </a:prstGeom>
        </p:spPr>
        <p:txBody>
          <a:bodyPr vert="horz" wrap="square" lIns="0" tIns="31449" rIns="0" bIns="0" rtlCol="0">
            <a:spAutoFit/>
          </a:bodyPr>
          <a:lstStyle/>
          <a:p>
            <a:pPr marL="6418">
              <a:lnSpc>
                <a:spcPct val="120000"/>
              </a:lnSpc>
              <a:spcBef>
                <a:spcPts val="248"/>
              </a:spcBef>
            </a:pPr>
            <a:r>
              <a:rPr sz="1100" spc="83">
                <a:solidFill>
                  <a:schemeClr val="bg1"/>
                </a:solidFill>
                <a:latin typeface="DMSans-Medium"/>
                <a:cs typeface="DMSans-Medium"/>
              </a:rPr>
              <a:t>EUROPE </a:t>
            </a:r>
            <a:endParaRPr sz="1100">
              <a:solidFill>
                <a:schemeClr val="bg1"/>
              </a:solidFill>
              <a:latin typeface="DMSans-Medium"/>
              <a:cs typeface="DMSans-Medium"/>
            </a:endParaRPr>
          </a:p>
          <a:p>
            <a:pPr marL="6418" marR="2567">
              <a:lnSpc>
                <a:spcPct val="120000"/>
              </a:lnSpc>
            </a:pPr>
            <a:r>
              <a:rPr sz="1100">
                <a:solidFill>
                  <a:schemeClr val="bg1"/>
                </a:solidFill>
                <a:latin typeface="DM Sans"/>
                <a:cs typeface="DM Sans"/>
              </a:rPr>
              <a:t>The</a:t>
            </a:r>
            <a:r>
              <a:rPr sz="1100" spc="-12">
                <a:solidFill>
                  <a:schemeClr val="bg1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chemeClr val="bg1"/>
                </a:solidFill>
                <a:latin typeface="DM Sans"/>
                <a:cs typeface="DM Sans"/>
              </a:rPr>
              <a:t>European</a:t>
            </a:r>
            <a:r>
              <a:rPr sz="1100" spc="-10">
                <a:solidFill>
                  <a:schemeClr val="bg1"/>
                </a:solidFill>
                <a:latin typeface="DM Sans"/>
                <a:cs typeface="DM Sans"/>
              </a:rPr>
              <a:t> </a:t>
            </a:r>
            <a:r>
              <a:rPr sz="1100" spc="-6">
                <a:solidFill>
                  <a:schemeClr val="bg1"/>
                </a:solidFill>
                <a:latin typeface="DM Sans"/>
                <a:cs typeface="DM Sans"/>
              </a:rPr>
              <a:t>Innovation</a:t>
            </a:r>
            <a:br>
              <a:rPr lang="en-GB" sz="1100" spc="-10">
                <a:solidFill>
                  <a:schemeClr val="bg1"/>
                </a:solidFill>
                <a:latin typeface="DM Sans"/>
                <a:cs typeface="DM Sans"/>
              </a:rPr>
            </a:br>
            <a:r>
              <a:rPr sz="1100" spc="-12">
                <a:solidFill>
                  <a:schemeClr val="bg1"/>
                </a:solidFill>
                <a:latin typeface="DM Sans"/>
                <a:cs typeface="DM Sans"/>
              </a:rPr>
              <a:t>and </a:t>
            </a:r>
            <a:r>
              <a:rPr sz="1100">
                <a:solidFill>
                  <a:schemeClr val="bg1"/>
                </a:solidFill>
                <a:latin typeface="DM Sans"/>
                <a:cs typeface="DM Sans"/>
              </a:rPr>
              <a:t>Development</a:t>
            </a:r>
            <a:r>
              <a:rPr sz="1100" spc="-33">
                <a:solidFill>
                  <a:schemeClr val="bg1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chemeClr val="bg1"/>
                </a:solidFill>
                <a:latin typeface="DM Sans"/>
                <a:cs typeface="DM Sans"/>
              </a:rPr>
              <a:t>Centre</a:t>
            </a:r>
            <a:r>
              <a:rPr sz="1100" spc="-30">
                <a:solidFill>
                  <a:schemeClr val="bg1"/>
                </a:solidFill>
                <a:latin typeface="DM Sans"/>
                <a:cs typeface="DM Sans"/>
              </a:rPr>
              <a:t> </a:t>
            </a:r>
            <a:r>
              <a:rPr sz="1100" spc="-6">
                <a:solidFill>
                  <a:schemeClr val="bg1"/>
                </a:solidFill>
                <a:latin typeface="DM Sans"/>
                <a:cs typeface="DM Sans"/>
              </a:rPr>
              <a:t>(E</a:t>
            </a:r>
            <a:r>
              <a:rPr lang="en-US" sz="1100" spc="-6">
                <a:solidFill>
                  <a:schemeClr val="bg1"/>
                </a:solidFill>
                <a:latin typeface="DM Sans"/>
                <a:cs typeface="DM Sans"/>
              </a:rPr>
              <a:t>I</a:t>
            </a:r>
            <a:r>
              <a:rPr sz="1100" spc="-6">
                <a:solidFill>
                  <a:schemeClr val="bg1"/>
                </a:solidFill>
                <a:latin typeface="DM Sans"/>
                <a:cs typeface="DM Sans"/>
              </a:rPr>
              <a:t>DC)</a:t>
            </a:r>
            <a:br>
              <a:rPr lang="en-GB" sz="1100" spc="-6">
                <a:solidFill>
                  <a:schemeClr val="bg1"/>
                </a:solidFill>
                <a:latin typeface="DM Sans"/>
                <a:cs typeface="DM Sans"/>
              </a:rPr>
            </a:br>
            <a:r>
              <a:rPr sz="1100">
                <a:solidFill>
                  <a:schemeClr val="bg1"/>
                </a:solidFill>
                <a:latin typeface="DM Sans"/>
                <a:cs typeface="DM Sans"/>
              </a:rPr>
              <a:t>Olympus </a:t>
            </a:r>
            <a:r>
              <a:rPr sz="1100" spc="-6">
                <a:solidFill>
                  <a:schemeClr val="bg1"/>
                </a:solidFill>
                <a:latin typeface="DM Sans"/>
                <a:cs typeface="DM Sans"/>
              </a:rPr>
              <a:t>Avenue</a:t>
            </a:r>
            <a:endParaRPr sz="1100">
              <a:solidFill>
                <a:schemeClr val="bg1"/>
              </a:solidFill>
              <a:latin typeface="DM Sans"/>
              <a:cs typeface="DM Sans"/>
            </a:endParaRPr>
          </a:p>
          <a:p>
            <a:pPr marL="6418" marR="737723">
              <a:lnSpc>
                <a:spcPct val="120000"/>
              </a:lnSpc>
            </a:pPr>
            <a:r>
              <a:rPr sz="1100" spc="-6">
                <a:solidFill>
                  <a:schemeClr val="bg1"/>
                </a:solidFill>
                <a:latin typeface="DM Sans"/>
                <a:cs typeface="DM Sans"/>
              </a:rPr>
              <a:t>Tachbrook</a:t>
            </a:r>
            <a:r>
              <a:rPr sz="1100" spc="-46">
                <a:solidFill>
                  <a:schemeClr val="bg1"/>
                </a:solidFill>
                <a:latin typeface="DM Sans"/>
                <a:cs typeface="DM Sans"/>
              </a:rPr>
              <a:t> </a:t>
            </a:r>
            <a:r>
              <a:rPr sz="1100" spc="-10">
                <a:solidFill>
                  <a:schemeClr val="bg1"/>
                </a:solidFill>
                <a:latin typeface="DM Sans"/>
                <a:cs typeface="DM Sans"/>
              </a:rPr>
              <a:t>Park</a:t>
            </a:r>
            <a:br>
              <a:rPr lang="en-GB" sz="1100" spc="-10">
                <a:solidFill>
                  <a:schemeClr val="bg1"/>
                </a:solidFill>
                <a:latin typeface="DM Sans"/>
                <a:cs typeface="DM Sans"/>
              </a:rPr>
            </a:br>
            <a:r>
              <a:rPr sz="1100">
                <a:solidFill>
                  <a:schemeClr val="bg1"/>
                </a:solidFill>
                <a:latin typeface="DM Sans"/>
                <a:cs typeface="DM Sans"/>
              </a:rPr>
              <a:t>Warwick,</a:t>
            </a:r>
            <a:r>
              <a:rPr sz="1100" spc="-46">
                <a:solidFill>
                  <a:schemeClr val="bg1"/>
                </a:solidFill>
                <a:latin typeface="DM Sans"/>
                <a:cs typeface="DM Sans"/>
              </a:rPr>
              <a:t> </a:t>
            </a:r>
            <a:r>
              <a:rPr sz="1100" spc="-12">
                <a:solidFill>
                  <a:schemeClr val="bg1"/>
                </a:solidFill>
                <a:latin typeface="DM Sans"/>
                <a:cs typeface="DM Sans"/>
              </a:rPr>
              <a:t>UK</a:t>
            </a:r>
            <a:br>
              <a:rPr lang="en-GB" sz="1100" spc="-12">
                <a:solidFill>
                  <a:schemeClr val="bg1"/>
                </a:solidFill>
                <a:latin typeface="DM Sans"/>
                <a:cs typeface="DM Sans"/>
              </a:rPr>
            </a:br>
            <a:r>
              <a:rPr sz="1100">
                <a:solidFill>
                  <a:schemeClr val="bg1"/>
                </a:solidFill>
                <a:latin typeface="DM Sans"/>
                <a:cs typeface="DM Sans"/>
              </a:rPr>
              <a:t>CV34</a:t>
            </a:r>
            <a:r>
              <a:rPr sz="1100" spc="-18">
                <a:solidFill>
                  <a:schemeClr val="bg1"/>
                </a:solidFill>
                <a:latin typeface="DM Sans"/>
                <a:cs typeface="DM Sans"/>
              </a:rPr>
              <a:t> </a:t>
            </a:r>
            <a:r>
              <a:rPr sz="1100" spc="-12">
                <a:solidFill>
                  <a:schemeClr val="bg1"/>
                </a:solidFill>
                <a:latin typeface="DM Sans"/>
                <a:cs typeface="DM Sans"/>
              </a:rPr>
              <a:t>6RJ</a:t>
            </a:r>
            <a:endParaRPr sz="1100">
              <a:solidFill>
                <a:schemeClr val="bg1"/>
              </a:solidFill>
              <a:latin typeface="DM Sans"/>
              <a:cs typeface="DM Sans"/>
            </a:endParaRPr>
          </a:p>
          <a:p>
            <a:pPr marL="6418">
              <a:lnSpc>
                <a:spcPct val="120000"/>
              </a:lnSpc>
              <a:spcBef>
                <a:spcPts val="202"/>
              </a:spcBef>
            </a:pPr>
            <a:r>
              <a:rPr sz="1100" spc="-10">
                <a:solidFill>
                  <a:schemeClr val="bg1"/>
                </a:solidFill>
                <a:latin typeface="DM Sans"/>
                <a:cs typeface="DM Sans"/>
              </a:rPr>
              <a:t>Tel:</a:t>
            </a:r>
            <a:r>
              <a:rPr sz="1100" spc="-30">
                <a:solidFill>
                  <a:schemeClr val="bg1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chemeClr val="bg1"/>
                </a:solidFill>
                <a:latin typeface="DM Sans"/>
                <a:cs typeface="DM Sans"/>
              </a:rPr>
              <a:t>+44</a:t>
            </a:r>
            <a:r>
              <a:rPr sz="1100" spc="-28">
                <a:solidFill>
                  <a:schemeClr val="bg1"/>
                </a:solidFill>
                <a:latin typeface="DM Sans"/>
                <a:cs typeface="DM Sans"/>
              </a:rPr>
              <a:t> </a:t>
            </a:r>
            <a:r>
              <a:rPr sz="1100" spc="-10">
                <a:solidFill>
                  <a:schemeClr val="bg1"/>
                </a:solidFill>
                <a:latin typeface="DM Sans"/>
                <a:cs typeface="DM Sans"/>
              </a:rPr>
              <a:t>(0)</a:t>
            </a:r>
            <a:r>
              <a:rPr sz="1100" spc="-30">
                <a:solidFill>
                  <a:schemeClr val="bg1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chemeClr val="bg1"/>
                </a:solidFill>
                <a:latin typeface="DM Sans"/>
                <a:cs typeface="DM Sans"/>
              </a:rPr>
              <a:t>8443</a:t>
            </a:r>
            <a:r>
              <a:rPr sz="1100" spc="-28">
                <a:solidFill>
                  <a:schemeClr val="bg1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chemeClr val="bg1"/>
                </a:solidFill>
                <a:latin typeface="DM Sans"/>
                <a:cs typeface="DM Sans"/>
              </a:rPr>
              <a:t>759</a:t>
            </a:r>
            <a:r>
              <a:rPr sz="1100" spc="-28">
                <a:solidFill>
                  <a:schemeClr val="bg1"/>
                </a:solidFill>
                <a:latin typeface="DM Sans"/>
                <a:cs typeface="DM Sans"/>
              </a:rPr>
              <a:t> </a:t>
            </a:r>
            <a:r>
              <a:rPr sz="1100" spc="-12">
                <a:solidFill>
                  <a:schemeClr val="bg1"/>
                </a:solidFill>
                <a:latin typeface="DM Sans"/>
                <a:cs typeface="DM Sans"/>
              </a:rPr>
              <a:t>685</a:t>
            </a:r>
            <a:endParaRPr sz="1100">
              <a:solidFill>
                <a:schemeClr val="bg1"/>
              </a:solidFill>
              <a:latin typeface="DM Sans"/>
              <a:cs typeface="DM Sans"/>
            </a:endParaRPr>
          </a:p>
        </p:txBody>
      </p:sp>
      <p:sp>
        <p:nvSpPr>
          <p:cNvPr id="14" name="object 5">
            <a:extLst>
              <a:ext uri="{FF2B5EF4-FFF2-40B4-BE49-F238E27FC236}">
                <a16:creationId xmlns:a16="http://schemas.microsoft.com/office/drawing/2014/main" id="{6A3C39D7-D3DF-5D8A-DB08-939B708E7FE3}"/>
              </a:ext>
            </a:extLst>
          </p:cNvPr>
          <p:cNvSpPr txBox="1"/>
          <p:nvPr userDrawn="1"/>
        </p:nvSpPr>
        <p:spPr>
          <a:xfrm>
            <a:off x="323316" y="4869200"/>
            <a:ext cx="2295732" cy="1291396"/>
          </a:xfrm>
          <a:prstGeom prst="rect">
            <a:avLst/>
          </a:prstGeom>
        </p:spPr>
        <p:txBody>
          <a:bodyPr vert="horz" wrap="square" lIns="0" tIns="31449" rIns="0" bIns="0" rtlCol="0">
            <a:spAutoFit/>
          </a:bodyPr>
          <a:lstStyle/>
          <a:p>
            <a:pPr marL="6418">
              <a:lnSpc>
                <a:spcPct val="120000"/>
              </a:lnSpc>
              <a:spcBef>
                <a:spcPts val="248"/>
              </a:spcBef>
            </a:pPr>
            <a:r>
              <a:rPr sz="1100" spc="86">
                <a:solidFill>
                  <a:schemeClr val="bg1"/>
                </a:solidFill>
                <a:latin typeface="DMSans-Medium"/>
                <a:cs typeface="DMSans-Medium"/>
              </a:rPr>
              <a:t>NORTH</a:t>
            </a:r>
            <a:r>
              <a:rPr sz="1100" spc="219">
                <a:solidFill>
                  <a:schemeClr val="bg1"/>
                </a:solidFill>
                <a:latin typeface="DMSans-Medium"/>
                <a:cs typeface="DMSans-Medium"/>
              </a:rPr>
              <a:t> </a:t>
            </a:r>
            <a:r>
              <a:rPr sz="1100" spc="86">
                <a:solidFill>
                  <a:schemeClr val="bg1"/>
                </a:solidFill>
                <a:latin typeface="DMSans-Medium"/>
                <a:cs typeface="DMSans-Medium"/>
              </a:rPr>
              <a:t>AMERICA</a:t>
            </a:r>
            <a:endParaRPr sz="1100">
              <a:solidFill>
                <a:schemeClr val="bg1"/>
              </a:solidFill>
              <a:latin typeface="DMSans-Medium"/>
              <a:cs typeface="DMSans-Medium"/>
            </a:endParaRPr>
          </a:p>
          <a:p>
            <a:pPr marL="6418">
              <a:lnSpc>
                <a:spcPct val="120000"/>
              </a:lnSpc>
              <a:spcBef>
                <a:spcPts val="200"/>
              </a:spcBef>
            </a:pPr>
            <a:r>
              <a:rPr sz="1100">
                <a:solidFill>
                  <a:schemeClr val="bg1"/>
                </a:solidFill>
                <a:latin typeface="DM Sans"/>
                <a:cs typeface="DM Sans"/>
              </a:rPr>
              <a:t>6001 Cass </a:t>
            </a:r>
            <a:r>
              <a:rPr sz="1100" spc="-6">
                <a:solidFill>
                  <a:schemeClr val="bg1"/>
                </a:solidFill>
                <a:latin typeface="DM Sans"/>
                <a:cs typeface="DM Sans"/>
              </a:rPr>
              <a:t>Avenue</a:t>
            </a:r>
            <a:endParaRPr sz="1100">
              <a:solidFill>
                <a:schemeClr val="bg1"/>
              </a:solidFill>
              <a:latin typeface="DM Sans"/>
              <a:cs typeface="DM Sans"/>
            </a:endParaRPr>
          </a:p>
          <a:p>
            <a:pPr marL="6418" marR="498017">
              <a:lnSpc>
                <a:spcPct val="120000"/>
              </a:lnSpc>
              <a:spcBef>
                <a:spcPts val="2"/>
              </a:spcBef>
            </a:pPr>
            <a:r>
              <a:rPr sz="1100">
                <a:solidFill>
                  <a:schemeClr val="bg1"/>
                </a:solidFill>
                <a:latin typeface="DM Sans"/>
                <a:cs typeface="DM Sans"/>
              </a:rPr>
              <a:t>Suite</a:t>
            </a:r>
            <a:r>
              <a:rPr sz="1100" spc="-16">
                <a:solidFill>
                  <a:schemeClr val="bg1"/>
                </a:solidFill>
                <a:latin typeface="DM Sans"/>
                <a:cs typeface="DM Sans"/>
              </a:rPr>
              <a:t> </a:t>
            </a:r>
            <a:r>
              <a:rPr sz="1100" spc="-12">
                <a:solidFill>
                  <a:schemeClr val="bg1"/>
                </a:solidFill>
                <a:latin typeface="DM Sans"/>
                <a:cs typeface="DM Sans"/>
              </a:rPr>
              <a:t>600</a:t>
            </a:r>
            <a:br>
              <a:rPr lang="en-GB" sz="1100" spc="-12">
                <a:solidFill>
                  <a:schemeClr val="bg1"/>
                </a:solidFill>
                <a:latin typeface="DM Sans"/>
                <a:cs typeface="DM Sans"/>
              </a:rPr>
            </a:br>
            <a:r>
              <a:rPr sz="1100">
                <a:solidFill>
                  <a:schemeClr val="bg1"/>
                </a:solidFill>
                <a:latin typeface="DM Sans"/>
                <a:cs typeface="DM Sans"/>
              </a:rPr>
              <a:t>Detroit</a:t>
            </a:r>
            <a:r>
              <a:rPr sz="1100" spc="-36">
                <a:solidFill>
                  <a:schemeClr val="bg1"/>
                </a:solidFill>
                <a:latin typeface="DM Sans"/>
                <a:cs typeface="DM Sans"/>
              </a:rPr>
              <a:t> </a:t>
            </a:r>
            <a:r>
              <a:rPr sz="1100" spc="-12">
                <a:solidFill>
                  <a:schemeClr val="bg1"/>
                </a:solidFill>
                <a:latin typeface="DM Sans"/>
                <a:cs typeface="DM Sans"/>
              </a:rPr>
              <a:t>MI</a:t>
            </a:r>
            <a:br>
              <a:rPr lang="en-GB" sz="1100" spc="-12">
                <a:solidFill>
                  <a:schemeClr val="bg1"/>
                </a:solidFill>
                <a:latin typeface="DM Sans"/>
                <a:cs typeface="DM Sans"/>
              </a:rPr>
            </a:br>
            <a:r>
              <a:rPr sz="1100">
                <a:solidFill>
                  <a:schemeClr val="bg1"/>
                </a:solidFill>
                <a:latin typeface="DM Sans"/>
                <a:cs typeface="DM Sans"/>
              </a:rPr>
              <a:t>USA </a:t>
            </a:r>
            <a:r>
              <a:rPr sz="1100" spc="-10">
                <a:solidFill>
                  <a:schemeClr val="bg1"/>
                </a:solidFill>
                <a:latin typeface="DM Sans"/>
                <a:cs typeface="DM Sans"/>
              </a:rPr>
              <a:t>48202</a:t>
            </a:r>
            <a:endParaRPr sz="1100">
              <a:solidFill>
                <a:schemeClr val="bg1"/>
              </a:solidFill>
              <a:latin typeface="DM Sans"/>
              <a:cs typeface="DM Sans"/>
            </a:endParaRPr>
          </a:p>
          <a:p>
            <a:pPr marL="6418">
              <a:lnSpc>
                <a:spcPct val="120000"/>
              </a:lnSpc>
              <a:spcBef>
                <a:spcPts val="200"/>
              </a:spcBef>
            </a:pPr>
            <a:r>
              <a:rPr sz="1100" spc="-10">
                <a:solidFill>
                  <a:schemeClr val="bg1"/>
                </a:solidFill>
                <a:latin typeface="DM Sans"/>
                <a:cs typeface="DM Sans"/>
              </a:rPr>
              <a:t>Tel:</a:t>
            </a:r>
            <a:r>
              <a:rPr sz="1100" spc="-16">
                <a:solidFill>
                  <a:schemeClr val="bg1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chemeClr val="bg1"/>
                </a:solidFill>
                <a:latin typeface="DM Sans"/>
                <a:cs typeface="DM Sans"/>
              </a:rPr>
              <a:t>+1</a:t>
            </a:r>
            <a:r>
              <a:rPr sz="1100" spc="-16">
                <a:solidFill>
                  <a:schemeClr val="bg1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chemeClr val="bg1"/>
                </a:solidFill>
                <a:latin typeface="DM Sans"/>
                <a:cs typeface="DM Sans"/>
              </a:rPr>
              <a:t>248</a:t>
            </a:r>
            <a:r>
              <a:rPr sz="1100" spc="-16">
                <a:solidFill>
                  <a:schemeClr val="bg1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chemeClr val="bg1"/>
                </a:solidFill>
                <a:latin typeface="DM Sans"/>
                <a:cs typeface="DM Sans"/>
              </a:rPr>
              <a:t>426</a:t>
            </a:r>
            <a:r>
              <a:rPr sz="1100" spc="-16">
                <a:solidFill>
                  <a:schemeClr val="bg1"/>
                </a:solidFill>
                <a:latin typeface="DM Sans"/>
                <a:cs typeface="DM Sans"/>
              </a:rPr>
              <a:t> </a:t>
            </a:r>
            <a:r>
              <a:rPr sz="1100" spc="-10">
                <a:solidFill>
                  <a:schemeClr val="bg1"/>
                </a:solidFill>
                <a:latin typeface="DM Sans"/>
                <a:cs typeface="DM Sans"/>
              </a:rPr>
              <a:t>1482</a:t>
            </a:r>
            <a:endParaRPr sz="1100">
              <a:solidFill>
                <a:schemeClr val="bg1"/>
              </a:solidFill>
              <a:latin typeface="DM Sans"/>
              <a:cs typeface="DM Sans"/>
            </a:endParaRPr>
          </a:p>
        </p:txBody>
      </p:sp>
      <p:sp>
        <p:nvSpPr>
          <p:cNvPr id="16" name="object 7">
            <a:extLst>
              <a:ext uri="{FF2B5EF4-FFF2-40B4-BE49-F238E27FC236}">
                <a16:creationId xmlns:a16="http://schemas.microsoft.com/office/drawing/2014/main" id="{923C88B8-5438-2D75-3F88-60E1DEB762A3}"/>
              </a:ext>
            </a:extLst>
          </p:cNvPr>
          <p:cNvSpPr txBox="1"/>
          <p:nvPr userDrawn="1"/>
        </p:nvSpPr>
        <p:spPr>
          <a:xfrm>
            <a:off x="9742354" y="1921198"/>
            <a:ext cx="2233746" cy="1739581"/>
          </a:xfrm>
          <a:prstGeom prst="rect">
            <a:avLst/>
          </a:prstGeom>
        </p:spPr>
        <p:txBody>
          <a:bodyPr vert="horz" wrap="square" lIns="0" tIns="6098" rIns="0" bIns="0" rtlCol="0">
            <a:spAutoFit/>
          </a:bodyPr>
          <a:lstStyle/>
          <a:p>
            <a:pPr marL="198308" marR="577278">
              <a:lnSpc>
                <a:spcPct val="150000"/>
              </a:lnSpc>
              <a:spcBef>
                <a:spcPts val="48"/>
              </a:spcBef>
            </a:pPr>
            <a:r>
              <a:rPr sz="1100" spc="-6">
                <a:solidFill>
                  <a:srgbClr val="FFFFFF"/>
                </a:solidFill>
                <a:latin typeface="DM Sans"/>
                <a:cs typeface="DM Sans"/>
              </a:rPr>
              <a:t>/TataTechnologies </a:t>
            </a:r>
            <a:br>
              <a:rPr lang="en-GB" sz="1100" spc="-6">
                <a:solidFill>
                  <a:srgbClr val="FFFFFF"/>
                </a:solidFill>
                <a:latin typeface="DM Sans"/>
                <a:cs typeface="DM Sans"/>
              </a:rPr>
            </a:br>
            <a:r>
              <a:rPr sz="1100" spc="-6">
                <a:solidFill>
                  <a:srgbClr val="FFFFFF"/>
                </a:solidFill>
                <a:latin typeface="DM Sans"/>
                <a:cs typeface="DM Sans"/>
              </a:rPr>
              <a:t>@tatatechnologies</a:t>
            </a:r>
            <a:br>
              <a:rPr lang="en-GB" sz="1100" spc="0">
                <a:solidFill>
                  <a:schemeClr val="tx1"/>
                </a:solidFill>
                <a:latin typeface="DM Sans"/>
                <a:cs typeface="DM Sans"/>
              </a:rPr>
            </a:br>
            <a:r>
              <a:rPr sz="1100" spc="-6">
                <a:solidFill>
                  <a:srgbClr val="FFFFFF"/>
                </a:solidFill>
                <a:latin typeface="DM Sans"/>
                <a:cs typeface="DM Sans"/>
              </a:rPr>
              <a:t>/TataTech_News</a:t>
            </a:r>
            <a:br>
              <a:rPr lang="en-GB" sz="1100" spc="0">
                <a:solidFill>
                  <a:schemeClr val="tx1"/>
                </a:solidFill>
                <a:latin typeface="DM Sans"/>
                <a:cs typeface="DM Sans"/>
              </a:rPr>
            </a:br>
            <a:r>
              <a:rPr sz="1100" spc="-6">
                <a:solidFill>
                  <a:srgbClr val="FFFFFF"/>
                </a:solidFill>
                <a:latin typeface="DM Sans"/>
                <a:cs typeface="DM Sans"/>
              </a:rPr>
              <a:t>/TataTechnologies</a:t>
            </a:r>
            <a:br>
              <a:rPr lang="en-GB" sz="1100" spc="0">
                <a:solidFill>
                  <a:schemeClr val="tx1"/>
                </a:solidFill>
                <a:latin typeface="DM Sans"/>
                <a:cs typeface="DM Sans"/>
              </a:rPr>
            </a:br>
            <a:r>
              <a:rPr sz="1100" spc="-6">
                <a:solidFill>
                  <a:srgbClr val="FFFFFF"/>
                </a:solidFill>
                <a:latin typeface="DM Sans"/>
                <a:cs typeface="DM Sans"/>
              </a:rPr>
              <a:t>/TataTechnologies</a:t>
            </a:r>
            <a:endParaRPr sz="1100">
              <a:latin typeface="DM Sans"/>
              <a:cs typeface="DM Sans"/>
            </a:endParaRPr>
          </a:p>
          <a:p>
            <a:pPr marL="6418">
              <a:lnSpc>
                <a:spcPct val="150000"/>
              </a:lnSpc>
              <a:spcBef>
                <a:spcPts val="958"/>
              </a:spcBef>
            </a:pPr>
            <a:r>
              <a:rPr sz="1600" spc="-6">
                <a:solidFill>
                  <a:schemeClr val="bg1"/>
                </a:solidFill>
                <a:latin typeface="DM Sans"/>
                <a:cs typeface="DM Sans"/>
              </a:rPr>
              <a:t>tatatechnologies.com</a:t>
            </a:r>
            <a:endParaRPr sz="1600">
              <a:solidFill>
                <a:schemeClr val="bg1"/>
              </a:solidFill>
              <a:latin typeface="DM Sans"/>
              <a:cs typeface="DM Sans"/>
            </a:endParaRPr>
          </a:p>
        </p:txBody>
      </p:sp>
      <p:pic>
        <p:nvPicPr>
          <p:cNvPr id="25" name="Graphic 24">
            <a:extLst>
              <a:ext uri="{FF2B5EF4-FFF2-40B4-BE49-F238E27FC236}">
                <a16:creationId xmlns:a16="http://schemas.microsoft.com/office/drawing/2014/main" id="{9E75AABC-1D3F-ED3D-D014-E03BF4DD33A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50004" y="2021240"/>
            <a:ext cx="132408" cy="132408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D1F38D71-2C71-CD1F-67F5-81B2893EF01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41177" y="3002251"/>
            <a:ext cx="146107" cy="136976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381269AE-972C-53B4-D8B7-98BE52DD5285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741177" y="2507579"/>
            <a:ext cx="150062" cy="12358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13A46D62-9014-4131-D10C-A48F660767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3480"/>
          <a:stretch/>
        </p:blipFill>
        <p:spPr>
          <a:xfrm>
            <a:off x="9733024" y="2771732"/>
            <a:ext cx="166369" cy="113862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D16FBCCA-8A9C-57F9-EB5A-94CAD1FA3A4D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750004" y="2274945"/>
            <a:ext cx="132408" cy="132408"/>
          </a:xfrm>
          <a:prstGeom prst="rect">
            <a:avLst/>
          </a:prstGeom>
        </p:spPr>
      </p:pic>
      <p:grpSp>
        <p:nvGrpSpPr>
          <p:cNvPr id="37" name="Group 36">
            <a:extLst>
              <a:ext uri="{FF2B5EF4-FFF2-40B4-BE49-F238E27FC236}">
                <a16:creationId xmlns:a16="http://schemas.microsoft.com/office/drawing/2014/main" id="{012E4E5D-C822-2EBA-AF22-2AEE010CC154}"/>
              </a:ext>
            </a:extLst>
          </p:cNvPr>
          <p:cNvGrpSpPr/>
          <p:nvPr userDrawn="1"/>
        </p:nvGrpSpPr>
        <p:grpSpPr>
          <a:xfrm>
            <a:off x="11084200" y="316625"/>
            <a:ext cx="761725" cy="157981"/>
            <a:chOff x="9242701" y="249950"/>
            <a:chExt cx="652960" cy="135423"/>
          </a:xfrm>
        </p:grpSpPr>
        <p:sp>
          <p:nvSpPr>
            <p:cNvPr id="38" name="object 6">
              <a:extLst>
                <a:ext uri="{FF2B5EF4-FFF2-40B4-BE49-F238E27FC236}">
                  <a16:creationId xmlns:a16="http://schemas.microsoft.com/office/drawing/2014/main" id="{F5A0F20E-7471-B72F-242E-62B531EBBA02}"/>
                </a:ext>
              </a:extLst>
            </p:cNvPr>
            <p:cNvSpPr/>
            <p:nvPr/>
          </p:nvSpPr>
          <p:spPr>
            <a:xfrm>
              <a:off x="9571215" y="268829"/>
              <a:ext cx="122588" cy="103011"/>
            </a:xfrm>
            <a:custGeom>
              <a:avLst/>
              <a:gdLst/>
              <a:ahLst/>
              <a:cxnLst/>
              <a:rect l="l" t="t" r="r" b="b"/>
              <a:pathLst>
                <a:path w="242569" h="203834">
                  <a:moveTo>
                    <a:pt x="163104" y="0"/>
                  </a:moveTo>
                  <a:lnTo>
                    <a:pt x="77442" y="0"/>
                  </a:lnTo>
                  <a:lnTo>
                    <a:pt x="0" y="203229"/>
                  </a:lnTo>
                  <a:lnTo>
                    <a:pt x="78353" y="203229"/>
                  </a:lnTo>
                  <a:lnTo>
                    <a:pt x="12027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7">
              <a:extLst>
                <a:ext uri="{FF2B5EF4-FFF2-40B4-BE49-F238E27FC236}">
                  <a16:creationId xmlns:a16="http://schemas.microsoft.com/office/drawing/2014/main" id="{0FA289AB-5950-69E5-7E38-BD63CD501E91}"/>
                </a:ext>
              </a:extLst>
            </p:cNvPr>
            <p:cNvSpPr/>
            <p:nvPr/>
          </p:nvSpPr>
          <p:spPr>
            <a:xfrm>
              <a:off x="9772920" y="268829"/>
              <a:ext cx="122588" cy="103011"/>
            </a:xfrm>
            <a:custGeom>
              <a:avLst/>
              <a:gdLst/>
              <a:ahLst/>
              <a:cxnLst/>
              <a:rect l="l" t="t" r="r" b="b"/>
              <a:pathLst>
                <a:path w="242569" h="203834">
                  <a:moveTo>
                    <a:pt x="163125" y="0"/>
                  </a:moveTo>
                  <a:lnTo>
                    <a:pt x="77453" y="0"/>
                  </a:lnTo>
                  <a:lnTo>
                    <a:pt x="0" y="203229"/>
                  </a:lnTo>
                  <a:lnTo>
                    <a:pt x="79285" y="203229"/>
                  </a:lnTo>
                  <a:lnTo>
                    <a:pt x="12028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40" name="object 8">
              <a:extLst>
                <a:ext uri="{FF2B5EF4-FFF2-40B4-BE49-F238E27FC236}">
                  <a16:creationId xmlns:a16="http://schemas.microsoft.com/office/drawing/2014/main" id="{CB03E7B7-4899-9258-ACC1-BF186B9180B6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46" name="object 9">
                <a:extLst>
                  <a:ext uri="{FF2B5EF4-FFF2-40B4-BE49-F238E27FC236}">
                    <a16:creationId xmlns:a16="http://schemas.microsoft.com/office/drawing/2014/main" id="{87FADE85-A416-FC74-7EB3-B815C06B9220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47" name="object 10">
                <a:extLst>
                  <a:ext uri="{FF2B5EF4-FFF2-40B4-BE49-F238E27FC236}">
                    <a16:creationId xmlns:a16="http://schemas.microsoft.com/office/drawing/2014/main" id="{6652C85E-10AB-F076-C344-1B1811E88CA1}"/>
                  </a:ext>
                </a:extLst>
              </p:cNvPr>
              <p:cNvPicPr/>
              <p:nvPr/>
            </p:nvPicPr>
            <p:blipFill>
              <a:blip r:embed="rId11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48" name="object 11">
                <a:extLst>
                  <a:ext uri="{FF2B5EF4-FFF2-40B4-BE49-F238E27FC236}">
                    <a16:creationId xmlns:a16="http://schemas.microsoft.com/office/drawing/2014/main" id="{430224B0-A0D4-0745-0A0A-F95198FAD892}"/>
                  </a:ext>
                </a:extLst>
              </p:cNvPr>
              <p:cNvPicPr/>
              <p:nvPr/>
            </p:nvPicPr>
            <p:blipFill>
              <a:blip r:embed="rId1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  <p:sp>
          <p:nvSpPr>
            <p:cNvPr id="41" name="object 22">
              <a:extLst>
                <a:ext uri="{FF2B5EF4-FFF2-40B4-BE49-F238E27FC236}">
                  <a16:creationId xmlns:a16="http://schemas.microsoft.com/office/drawing/2014/main" id="{8826A970-02DC-C41C-A705-05879B32AE33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42" name="object 23">
              <a:extLst>
                <a:ext uri="{FF2B5EF4-FFF2-40B4-BE49-F238E27FC236}">
                  <a16:creationId xmlns:a16="http://schemas.microsoft.com/office/drawing/2014/main" id="{37D147A8-D3E3-B4B6-EDBB-19B01B294B22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43" name="object 24">
                <a:extLst>
                  <a:ext uri="{FF2B5EF4-FFF2-40B4-BE49-F238E27FC236}">
                    <a16:creationId xmlns:a16="http://schemas.microsoft.com/office/drawing/2014/main" id="{112D2006-19F3-7134-0287-D1CCD0E61AA6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44" name="object 25">
                <a:extLst>
                  <a:ext uri="{FF2B5EF4-FFF2-40B4-BE49-F238E27FC236}">
                    <a16:creationId xmlns:a16="http://schemas.microsoft.com/office/drawing/2014/main" id="{CFF13B7E-B12D-6EFA-970E-24B4B87CA339}"/>
                  </a:ext>
                </a:extLst>
              </p:cNvPr>
              <p:cNvPicPr/>
              <p:nvPr/>
            </p:nvPicPr>
            <p:blipFill>
              <a:blip r:embed="rId11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45" name="object 26">
                <a:extLst>
                  <a:ext uri="{FF2B5EF4-FFF2-40B4-BE49-F238E27FC236}">
                    <a16:creationId xmlns:a16="http://schemas.microsoft.com/office/drawing/2014/main" id="{1CDE3C13-1150-B6C6-1277-D870DCCDD718}"/>
                  </a:ext>
                </a:extLst>
              </p:cNvPr>
              <p:cNvPicPr/>
              <p:nvPr/>
            </p:nvPicPr>
            <p:blipFill>
              <a:blip r:embed="rId1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23F6EF5E-0034-969A-562B-6DE58C861065}"/>
              </a:ext>
            </a:extLst>
          </p:cNvPr>
          <p:cNvSpPr txBox="1"/>
          <p:nvPr userDrawn="1"/>
        </p:nvSpPr>
        <p:spPr>
          <a:xfrm>
            <a:off x="437243" y="6373603"/>
            <a:ext cx="6098874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600" spc="-20" baseline="0">
                <a:solidFill>
                  <a:srgbClr val="FFFFFF"/>
                </a:solidFill>
                <a:effectLst/>
              </a:rPr>
              <a:t>© Copyright 2023 Tata Technologies. All rights reserved. All other trademarks are trademarks of their respective owners.</a:t>
            </a:r>
          </a:p>
        </p:txBody>
      </p:sp>
      <p:sp>
        <p:nvSpPr>
          <p:cNvPr id="2" name="Rectangle 1">
            <a:hlinkClick r:id="rId13"/>
            <a:extLst>
              <a:ext uri="{FF2B5EF4-FFF2-40B4-BE49-F238E27FC236}">
                <a16:creationId xmlns:a16="http://schemas.microsoft.com/office/drawing/2014/main" id="{EA0A9CE0-2443-7657-7D67-B984454063A3}"/>
              </a:ext>
            </a:extLst>
          </p:cNvPr>
          <p:cNvSpPr/>
          <p:nvPr userDrawn="1"/>
        </p:nvSpPr>
        <p:spPr>
          <a:xfrm>
            <a:off x="9699070" y="3394903"/>
            <a:ext cx="2156930" cy="2682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4" name="Rectangle 3">
            <a:hlinkClick r:id="rId14"/>
            <a:extLst>
              <a:ext uri="{FF2B5EF4-FFF2-40B4-BE49-F238E27FC236}">
                <a16:creationId xmlns:a16="http://schemas.microsoft.com/office/drawing/2014/main" id="{91752C5D-215E-98D2-E98E-44E992D2A7B4}"/>
              </a:ext>
            </a:extLst>
          </p:cNvPr>
          <p:cNvSpPr/>
          <p:nvPr userDrawn="1"/>
        </p:nvSpPr>
        <p:spPr>
          <a:xfrm>
            <a:off x="9684255" y="1988457"/>
            <a:ext cx="1496841" cy="1724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hlinkClick r:id="rId15"/>
            <a:extLst>
              <a:ext uri="{FF2B5EF4-FFF2-40B4-BE49-F238E27FC236}">
                <a16:creationId xmlns:a16="http://schemas.microsoft.com/office/drawing/2014/main" id="{19F46B21-66D1-0DFD-103B-95E43BFAA2BF}"/>
              </a:ext>
            </a:extLst>
          </p:cNvPr>
          <p:cNvSpPr/>
          <p:nvPr userDrawn="1"/>
        </p:nvSpPr>
        <p:spPr>
          <a:xfrm>
            <a:off x="9684255" y="2249714"/>
            <a:ext cx="1496841" cy="1724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hlinkClick r:id="rId16"/>
            <a:extLst>
              <a:ext uri="{FF2B5EF4-FFF2-40B4-BE49-F238E27FC236}">
                <a16:creationId xmlns:a16="http://schemas.microsoft.com/office/drawing/2014/main" id="{09F7D139-17BA-3E48-242D-F6E58C36CCAF}"/>
              </a:ext>
            </a:extLst>
          </p:cNvPr>
          <p:cNvSpPr/>
          <p:nvPr userDrawn="1"/>
        </p:nvSpPr>
        <p:spPr>
          <a:xfrm>
            <a:off x="9684255" y="2481943"/>
            <a:ext cx="1496841" cy="1724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hlinkClick r:id="rId17"/>
            <a:extLst>
              <a:ext uri="{FF2B5EF4-FFF2-40B4-BE49-F238E27FC236}">
                <a16:creationId xmlns:a16="http://schemas.microsoft.com/office/drawing/2014/main" id="{109A6B67-AA4A-ED79-EED9-DC6273750977}"/>
              </a:ext>
            </a:extLst>
          </p:cNvPr>
          <p:cNvSpPr/>
          <p:nvPr userDrawn="1"/>
        </p:nvSpPr>
        <p:spPr>
          <a:xfrm>
            <a:off x="9684255" y="2735943"/>
            <a:ext cx="1496841" cy="1724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hlinkClick r:id="rId18"/>
            <a:extLst>
              <a:ext uri="{FF2B5EF4-FFF2-40B4-BE49-F238E27FC236}">
                <a16:creationId xmlns:a16="http://schemas.microsoft.com/office/drawing/2014/main" id="{FD563222-153D-8597-37B4-77F2E2529095}"/>
              </a:ext>
            </a:extLst>
          </p:cNvPr>
          <p:cNvSpPr/>
          <p:nvPr userDrawn="1"/>
        </p:nvSpPr>
        <p:spPr>
          <a:xfrm>
            <a:off x="9684255" y="2982686"/>
            <a:ext cx="1496841" cy="1724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305EA7-56BB-D911-FA67-8B27050628BE}"/>
              </a:ext>
            </a:extLst>
          </p:cNvPr>
          <p:cNvPicPr>
            <a:picLocks noChangeAspect="1"/>
          </p:cNvPicPr>
          <p:nvPr userDrawn="1"/>
        </p:nvPicPr>
        <p:blipFill>
          <a:blip r:embed="rId1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500" y="333374"/>
            <a:ext cx="1775654" cy="126189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5C57733D-12E9-96DF-C658-3857341A6906}"/>
              </a:ext>
            </a:extLst>
          </p:cNvPr>
          <p:cNvPicPr>
            <a:picLocks noChangeAspect="1"/>
          </p:cNvPicPr>
          <p:nvPr userDrawn="1"/>
        </p:nvPicPr>
        <p:blipFill>
          <a:blip r:embed="rId20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9703998" y="6408070"/>
            <a:ext cx="2135346" cy="168971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1884B874-4F77-9C17-7B83-798345FABCE5}"/>
              </a:ext>
            </a:extLst>
          </p:cNvPr>
          <p:cNvPicPr>
            <a:picLocks noChangeAspect="1"/>
          </p:cNvPicPr>
          <p:nvPr userDrawn="1"/>
        </p:nvPicPr>
        <p:blipFill>
          <a:blip r:embed="rId2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099533" y="160020"/>
            <a:ext cx="2729004" cy="6393180"/>
          </a:xfrm>
          <a:prstGeom prst="rect">
            <a:avLst/>
          </a:prstGeom>
        </p:spPr>
      </p:pic>
      <p:sp>
        <p:nvSpPr>
          <p:cNvPr id="10" name="hcSlideMaster.Closing slideHeader" descr="Classification: Public">
            <a:extLst>
              <a:ext uri="{FF2B5EF4-FFF2-40B4-BE49-F238E27FC236}">
                <a16:creationId xmlns:a16="http://schemas.microsoft.com/office/drawing/2014/main" id="{CA97B739-45E2-2AC1-61FC-24F873AE29B4}"/>
              </a:ext>
            </a:extLst>
          </p:cNvPr>
          <p:cNvSpPr txBox="1"/>
          <p:nvPr userDrawn="1"/>
        </p:nvSpPr>
        <p:spPr>
          <a:xfrm>
            <a:off x="0" y="0"/>
            <a:ext cx="1219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 </a:t>
            </a:r>
            <a:r>
              <a:rPr lang="en-US" sz="1200" b="0" i="0" u="none" baseline="0">
                <a:solidFill>
                  <a:srgbClr val="008000"/>
                </a:solidFill>
                <a:latin typeface="Microsoft Sans Serif" panose="020B0604020202020204" pitchFamily="34" charset="0"/>
              </a:rPr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23547528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>
            <a:extLst>
              <a:ext uri="{FF2B5EF4-FFF2-40B4-BE49-F238E27FC236}">
                <a16:creationId xmlns:a16="http://schemas.microsoft.com/office/drawing/2014/main" id="{DAC17650-06DC-D474-98CE-51EAA7AFA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650" y="833439"/>
            <a:ext cx="11598479" cy="84958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E56D04-80A2-42B6-8315-A3922E7AA7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5651" y="1855304"/>
            <a:ext cx="11598478" cy="432165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0" name="Slide Number Placeholder 4">
            <a:extLst>
              <a:ext uri="{FF2B5EF4-FFF2-40B4-BE49-F238E27FC236}">
                <a16:creationId xmlns:a16="http://schemas.microsoft.com/office/drawing/2014/main" id="{934C98B7-5463-4099-DFA5-F599D5B125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" y="6356350"/>
            <a:ext cx="491300" cy="365125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C4B1DB5C-CBD1-46F1-83D6-F5AA23577CB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6197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95" r:id="rId1"/>
    <p:sldLayoutId id="2147484596" r:id="rId2"/>
    <p:sldLayoutId id="2147484597" r:id="rId3"/>
    <p:sldLayoutId id="2147484598" r:id="rId4"/>
    <p:sldLayoutId id="2147484599" r:id="rId5"/>
    <p:sldLayoutId id="2147484600" r:id="rId6"/>
    <p:sldLayoutId id="2147484601" r:id="rId7"/>
    <p:sldLayoutId id="2147484602" r:id="rId8"/>
    <p:sldLayoutId id="2147484603" r:id="rId9"/>
    <p:sldLayoutId id="2147484604" r:id="rId10"/>
    <p:sldLayoutId id="2147484605" r:id="rId11"/>
    <p:sldLayoutId id="2147484606" r:id="rId12"/>
    <p:sldLayoutId id="2147484554" r:id="rId13"/>
    <p:sldLayoutId id="2147484556" r:id="rId14"/>
    <p:sldLayoutId id="2147484557" r:id="rId15"/>
    <p:sldLayoutId id="2147484561" r:id="rId16"/>
    <p:sldLayoutId id="2147484562" r:id="rId17"/>
    <p:sldLayoutId id="2147483684" r:id="rId18"/>
    <p:sldLayoutId id="2147484607" r:id="rId19"/>
    <p:sldLayoutId id="2147484608" r:id="rId20"/>
    <p:sldLayoutId id="2147484609" r:id="rId21"/>
    <p:sldLayoutId id="2147484610" r:id="rId22"/>
    <p:sldLayoutId id="2147484612" r:id="rId23"/>
    <p:sldLayoutId id="2147484613" r:id="rId24"/>
    <p:sldLayoutId id="2147484614" r:id="rId25"/>
    <p:sldLayoutId id="2147484615" r:id="rId26"/>
    <p:sldLayoutId id="2147484616" r:id="rId27"/>
    <p:sldLayoutId id="2147484617" r:id="rId28"/>
    <p:sldLayoutId id="2147484618" r:id="rId29"/>
    <p:sldLayoutId id="2147484619" r:id="rId30"/>
    <p:sldLayoutId id="2147484620" r:id="rId31"/>
    <p:sldLayoutId id="2147484621" r:id="rId32"/>
    <p:sldLayoutId id="2147484622" r:id="rId33"/>
    <p:sldLayoutId id="2147484623" r:id="rId34"/>
    <p:sldLayoutId id="2147484624" r:id="rId35"/>
    <p:sldLayoutId id="2147484625" r:id="rId36"/>
    <p:sldLayoutId id="2147484569" r:id="rId3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i="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0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mailto:bhaveshlakhujani@gmail.com" TargetMode="External"/><Relationship Id="rId2" Type="http://schemas.openxmlformats.org/officeDocument/2006/relationships/hyperlink" Target="mailto:mukandjain108@gmail.com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mailto:onisaurav941@gmail.com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6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g"/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0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Placeholder 10"/>
          <p:cNvPicPr>
            <a:picLocks noGrp="1" noChangeAspect="1"/>
          </p:cNvPicPr>
          <p:nvPr>
            <p:ph type="pic" sz="quarter"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20964" y="914399"/>
            <a:ext cx="5886871" cy="4744529"/>
          </a:xfrm>
        </p:spPr>
      </p:pic>
      <p:sp>
        <p:nvSpPr>
          <p:cNvPr id="8" name="Slide Number Placeholder 2">
            <a:extLst>
              <a:ext uri="{FF2B5EF4-FFF2-40B4-BE49-F238E27FC236}">
                <a16:creationId xmlns:a16="http://schemas.microsoft.com/office/drawing/2014/main" id="{B1CF6040-9581-7159-22E2-00F5264407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B1DB5C-CBD1-46F1-83D6-F5AA23577CB7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M Sans"/>
              <a:ea typeface="+mn-ea"/>
              <a:cs typeface="+mn-cs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9566562-20ED-642F-7A4C-2846926AEA2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04800" y="5020574"/>
            <a:ext cx="4291842" cy="414068"/>
          </a:xfrm>
        </p:spPr>
        <p:txBody>
          <a:bodyPr/>
          <a:lstStyle/>
          <a:p>
            <a:r>
              <a:rPr lang="en-US"/>
              <a:t>Aug 24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CC248E7-C2B7-CFB4-5161-ED57014B5D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Stage 2 presentation template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C1FFFA-64C1-833F-1532-D0EA739E93D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02" t="17200" r="3181" b="17200"/>
          <a:stretch/>
        </p:blipFill>
        <p:spPr>
          <a:xfrm>
            <a:off x="68236" y="1423358"/>
            <a:ext cx="6082420" cy="2762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7418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3453EF3-1427-17B0-A7DF-D1C4D8CADC7B}"/>
              </a:ext>
            </a:extLst>
          </p:cNvPr>
          <p:cNvSpPr txBox="1"/>
          <p:nvPr/>
        </p:nvSpPr>
        <p:spPr>
          <a:xfrm>
            <a:off x="257476" y="562841"/>
            <a:ext cx="115916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chemeClr val="tx2"/>
                </a:solidFill>
              </a:rPr>
              <a:t>Stage 2 Presentation content</a:t>
            </a:r>
            <a:endParaRPr lang="en-US" sz="2800">
              <a:solidFill>
                <a:schemeClr val="tx2"/>
              </a:solidFill>
              <a:latin typeface="+mj-lt"/>
            </a:endParaRPr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48C4050A-E9A9-9CAC-A080-E738249431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" y="6356350"/>
            <a:ext cx="491300" cy="365125"/>
          </a:xfrm>
        </p:spPr>
        <p:txBody>
          <a:bodyPr/>
          <a:lstStyle/>
          <a:p>
            <a:fld id="{C4B1DB5C-CBD1-46F1-83D6-F5AA23577CB7}" type="slidenum">
              <a:rPr lang="en-GB" smtClean="0"/>
              <a:pPr/>
              <a:t>2</a:t>
            </a:fld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DB25E7-FBB5-6FCD-0938-0F5A1A12B8CA}"/>
              </a:ext>
            </a:extLst>
          </p:cNvPr>
          <p:cNvSpPr txBox="1"/>
          <p:nvPr/>
        </p:nvSpPr>
        <p:spPr>
          <a:xfrm>
            <a:off x="257476" y="1162373"/>
            <a:ext cx="11860633" cy="4785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00"/>
              </a:lnSpc>
            </a:pPr>
            <a:r>
              <a:rPr lang="en-US" sz="1600" b="0" i="0">
                <a:solidFill>
                  <a:srgbClr val="000000"/>
                </a:solidFill>
                <a:effectLst/>
                <a:latin typeface="DM Sans" pitchFamily="2" charset="0"/>
              </a:rPr>
              <a:t>The supporting presentation must cover dedicated slides on the below content:</a:t>
            </a:r>
            <a:endParaRPr lang="en-US" sz="16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/>
              <a:t>Problem Statement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/>
              <a:t>Objective and Approach</a:t>
            </a:r>
            <a:endParaRPr lang="en-US" sz="16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/>
              <a:t>Solution Overview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/>
              <a:t>Solution Architecture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/>
              <a:t>Challenges Faced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/>
              <a:t>Technical Implementation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/>
              <a:t>Code Contributions i.e. </a:t>
            </a:r>
            <a:r>
              <a:rPr lang="en-US" sz="1600"/>
              <a:t>custom algorithms, machine learning models, and integrations unique to your project.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/>
              <a:t>Results and Achievements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/>
              <a:t>Demonstration video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/>
              <a:t>Link to access the source code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/>
              <a:t>Future Enhancements that the team has planned for stage-3 Final demo day round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/>
              <a:t>Project Plan for POC completion by stage-3 Final demo day round in Jan-25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23531978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2A5E177-16F8-9DFF-2C38-EE55DE63C074}"/>
              </a:ext>
            </a:extLst>
          </p:cNvPr>
          <p:cNvSpPr txBox="1"/>
          <p:nvPr/>
        </p:nvSpPr>
        <p:spPr>
          <a:xfrm>
            <a:off x="257476" y="562841"/>
            <a:ext cx="115916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chemeClr val="tx2"/>
                </a:solidFill>
              </a:rPr>
              <a:t>Introduction</a:t>
            </a:r>
            <a:endParaRPr lang="en-US" sz="2800">
              <a:solidFill>
                <a:schemeClr val="tx2"/>
              </a:solidFill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971DBB-D6EA-A5E3-E806-538E596AE64C}"/>
              </a:ext>
            </a:extLst>
          </p:cNvPr>
          <p:cNvSpPr txBox="1"/>
          <p:nvPr/>
        </p:nvSpPr>
        <p:spPr>
          <a:xfrm>
            <a:off x="257477" y="1512707"/>
            <a:ext cx="6908198" cy="4308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1" dirty="0">
                <a:solidFill>
                  <a:srgbClr val="374151"/>
                </a:solidFill>
                <a:latin typeface="+mj-lt"/>
              </a:rPr>
              <a:t>Team Name: Oblivion</a:t>
            </a:r>
          </a:p>
          <a:p>
            <a:pPr algn="l"/>
            <a:endParaRPr lang="en-US" b="1" dirty="0">
              <a:solidFill>
                <a:srgbClr val="374151"/>
              </a:solidFill>
              <a:latin typeface="+mj-lt"/>
            </a:endParaRPr>
          </a:p>
          <a:p>
            <a:pPr algn="l"/>
            <a:r>
              <a:rPr lang="en-US" sz="1400" b="1" i="0" dirty="0">
                <a:solidFill>
                  <a:srgbClr val="374151"/>
                </a:solidFill>
                <a:effectLst/>
                <a:latin typeface="+mj-lt"/>
              </a:rPr>
              <a:t>Team </a:t>
            </a:r>
            <a:r>
              <a:rPr lang="en-US" sz="1400" b="1" dirty="0">
                <a:solidFill>
                  <a:srgbClr val="374151"/>
                </a:solidFill>
                <a:latin typeface="+mj-lt"/>
              </a:rPr>
              <a:t>Member Roles</a:t>
            </a:r>
          </a:p>
          <a:p>
            <a:pPr algn="l"/>
            <a:endParaRPr lang="en-US" sz="1400" dirty="0">
              <a:latin typeface="+mj-lt"/>
            </a:endParaRPr>
          </a:p>
          <a:p>
            <a:pPr lvl="1"/>
            <a:r>
              <a:rPr lang="en-US" sz="1400" dirty="0">
                <a:latin typeface="+mj-lt"/>
              </a:rPr>
              <a:t>Member 1</a:t>
            </a:r>
          </a:p>
          <a:p>
            <a:pPr lvl="1"/>
            <a:r>
              <a:rPr lang="en-US" sz="1400" dirty="0" err="1">
                <a:latin typeface="+mj-lt"/>
              </a:rPr>
              <a:t>Mukand</a:t>
            </a:r>
            <a:r>
              <a:rPr lang="en-US" sz="1400" dirty="0">
                <a:latin typeface="+mj-lt"/>
              </a:rPr>
              <a:t> </a:t>
            </a:r>
            <a:r>
              <a:rPr lang="en-US" sz="1400" dirty="0" err="1">
                <a:latin typeface="+mj-lt"/>
              </a:rPr>
              <a:t>Jirawla</a:t>
            </a:r>
            <a:r>
              <a:rPr lang="en-US" sz="1400" dirty="0">
                <a:latin typeface="+mj-lt"/>
              </a:rPr>
              <a:t> (Leader &amp; Backend </a:t>
            </a:r>
            <a:r>
              <a:rPr lang="en-IN" sz="1400" dirty="0">
                <a:latin typeface="+mj-lt"/>
              </a:rPr>
              <a:t>Developer</a:t>
            </a:r>
            <a:r>
              <a:rPr lang="en-US" sz="1400" dirty="0">
                <a:latin typeface="+mj-lt"/>
              </a:rPr>
              <a:t>)</a:t>
            </a:r>
          </a:p>
          <a:p>
            <a:pPr lvl="1"/>
            <a:r>
              <a:rPr lang="en-US" sz="1400" dirty="0">
                <a:latin typeface="+mj-lt"/>
              </a:rPr>
              <a:t>Email: mukandjain108@gmail.com </a:t>
            </a:r>
            <a:r>
              <a:rPr lang="en-US" sz="1400" dirty="0">
                <a:latin typeface="+mj-lt"/>
                <a:hlinkClick r:id="rId2"/>
              </a:rPr>
              <a:t>mukandjain108@gmail.com</a:t>
            </a:r>
            <a:endParaRPr lang="en-US" sz="1400" dirty="0">
              <a:latin typeface="+mj-lt"/>
            </a:endParaRPr>
          </a:p>
          <a:p>
            <a:pPr lvl="1"/>
            <a:r>
              <a:rPr lang="en-US" sz="1400" dirty="0">
                <a:latin typeface="+mj-lt"/>
              </a:rPr>
              <a:t>Phone: 9462278187</a:t>
            </a:r>
          </a:p>
          <a:p>
            <a:pPr lvl="1"/>
            <a:r>
              <a:rPr lang="en-US" sz="1400" dirty="0">
                <a:latin typeface="+mj-lt"/>
              </a:rPr>
              <a:t>University: M.B.M. University</a:t>
            </a:r>
          </a:p>
          <a:p>
            <a:pPr lvl="1"/>
            <a:r>
              <a:rPr lang="en-US" sz="1400" dirty="0">
                <a:latin typeface="+mj-lt"/>
              </a:rPr>
              <a:t>Member 2</a:t>
            </a:r>
          </a:p>
          <a:p>
            <a:pPr lvl="1"/>
            <a:r>
              <a:rPr lang="en-US" sz="1400" dirty="0">
                <a:latin typeface="+mj-lt"/>
              </a:rPr>
              <a:t>Bhavesh </a:t>
            </a:r>
            <a:r>
              <a:rPr lang="en-US" sz="1400" dirty="0" err="1">
                <a:latin typeface="+mj-lt"/>
              </a:rPr>
              <a:t>Lakhujani</a:t>
            </a:r>
            <a:r>
              <a:rPr lang="en-US" sz="1400" dirty="0">
                <a:latin typeface="+mj-lt"/>
              </a:rPr>
              <a:t> (</a:t>
            </a:r>
            <a:r>
              <a:rPr lang="en-US" sz="1400" dirty="0"/>
              <a:t>Idea Contributor and AI Coder</a:t>
            </a:r>
            <a:r>
              <a:rPr lang="en-US" sz="1400" dirty="0">
                <a:latin typeface="+mj-lt"/>
              </a:rPr>
              <a:t>)</a:t>
            </a:r>
          </a:p>
          <a:p>
            <a:pPr lvl="1"/>
            <a:r>
              <a:rPr lang="en-US" sz="1400" dirty="0">
                <a:latin typeface="+mj-lt"/>
              </a:rPr>
              <a:t>Email: </a:t>
            </a:r>
            <a:r>
              <a:rPr lang="en-US" sz="1400" dirty="0" err="1">
                <a:latin typeface="+mj-lt"/>
              </a:rPr>
              <a:t>bhaveshlakhujani@gmail.com</a:t>
            </a:r>
            <a:r>
              <a:rPr lang="en-US" sz="1400" dirty="0" err="1">
                <a:latin typeface="+mj-lt"/>
                <a:hlinkClick r:id="rId3"/>
              </a:rPr>
              <a:t>aveshlakhujani@gmail.com</a:t>
            </a:r>
            <a:endParaRPr lang="en-US" sz="1400" dirty="0">
              <a:latin typeface="+mj-lt"/>
            </a:endParaRPr>
          </a:p>
          <a:p>
            <a:pPr lvl="1"/>
            <a:r>
              <a:rPr lang="en-US" sz="1400" dirty="0">
                <a:latin typeface="+mj-lt"/>
              </a:rPr>
              <a:t>Phone: 9587985682</a:t>
            </a:r>
          </a:p>
          <a:p>
            <a:pPr lvl="1"/>
            <a:r>
              <a:rPr lang="en-US" sz="1400" dirty="0">
                <a:latin typeface="+mj-lt"/>
              </a:rPr>
              <a:t>University: M.B.M. University</a:t>
            </a:r>
          </a:p>
          <a:p>
            <a:pPr lvl="1"/>
            <a:r>
              <a:rPr lang="en-US" sz="1400" dirty="0">
                <a:latin typeface="+mj-lt"/>
              </a:rPr>
              <a:t>Member 3</a:t>
            </a:r>
          </a:p>
          <a:p>
            <a:pPr lvl="1"/>
            <a:r>
              <a:rPr lang="en-US" sz="1400" dirty="0">
                <a:latin typeface="+mj-lt"/>
              </a:rPr>
              <a:t>Saurav Soni (Frontend Developer &amp; Cloud Computing)</a:t>
            </a:r>
          </a:p>
          <a:p>
            <a:pPr lvl="1"/>
            <a:r>
              <a:rPr lang="en-US" sz="1400" dirty="0">
                <a:latin typeface="+mj-lt"/>
              </a:rPr>
              <a:t>Email: saurav22026@gmail.com</a:t>
            </a:r>
            <a:r>
              <a:rPr lang="en-US" sz="1400" dirty="0">
                <a:latin typeface="+mj-lt"/>
                <a:hlinkClick r:id="rId4"/>
              </a:rPr>
              <a:t>nisaurav941@gmail.com</a:t>
            </a:r>
            <a:endParaRPr lang="en-US" sz="1400" dirty="0">
              <a:latin typeface="+mj-lt"/>
            </a:endParaRPr>
          </a:p>
          <a:p>
            <a:pPr lvl="1"/>
            <a:r>
              <a:rPr lang="en-US" sz="1400" dirty="0">
                <a:latin typeface="+mj-lt"/>
              </a:rPr>
              <a:t>Phone: 6377156808</a:t>
            </a:r>
          </a:p>
          <a:p>
            <a:pPr lvl="1"/>
            <a:r>
              <a:rPr lang="en-US" sz="1400" dirty="0">
                <a:latin typeface="+mj-lt"/>
              </a:rPr>
              <a:t>University: IIT Jodhpur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CAA8210-DC77-861D-EA04-960D6DDFF307}"/>
              </a:ext>
            </a:extLst>
          </p:cNvPr>
          <p:cNvSpPr txBox="1"/>
          <p:nvPr/>
        </p:nvSpPr>
        <p:spPr>
          <a:xfrm>
            <a:off x="6842553" y="2055615"/>
            <a:ext cx="487811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Brief background of team Members: </a:t>
            </a:r>
          </a:p>
          <a:p>
            <a:endParaRPr lang="en-US" sz="1400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Mukand</a:t>
            </a:r>
            <a:r>
              <a:rPr lang="en-US" sz="1400" dirty="0"/>
              <a:t> </a:t>
            </a:r>
            <a:r>
              <a:rPr lang="en-US" sz="1400" dirty="0" err="1"/>
              <a:t>Jirawla</a:t>
            </a:r>
            <a:r>
              <a:rPr lang="en-US" sz="1400" dirty="0"/>
              <a:t> specializes in backend development and technical leadership.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Bhavesh </a:t>
            </a:r>
            <a:r>
              <a:rPr lang="en-US" sz="1400" dirty="0" err="1"/>
              <a:t>Lakhujani</a:t>
            </a:r>
            <a:r>
              <a:rPr lang="en-US" sz="1400" dirty="0"/>
              <a:t> has expertise in AI coding and generated the project idea.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Sourav Soni brings experience in frontend development and cloud technologies.</a:t>
            </a:r>
          </a:p>
        </p:txBody>
      </p:sp>
    </p:spTree>
    <p:extLst>
      <p:ext uri="{BB962C8B-B14F-4D97-AF65-F5344CB8AC3E}">
        <p14:creationId xmlns:p14="http://schemas.microsoft.com/office/powerpoint/2010/main" val="13439444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2A5E177-16F8-9DFF-2C38-EE55DE63C074}"/>
              </a:ext>
            </a:extLst>
          </p:cNvPr>
          <p:cNvSpPr txBox="1"/>
          <p:nvPr/>
        </p:nvSpPr>
        <p:spPr>
          <a:xfrm>
            <a:off x="257476" y="562841"/>
            <a:ext cx="115916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chemeClr val="tx2"/>
                </a:solidFill>
              </a:rPr>
              <a:t>Problem statement</a:t>
            </a:r>
            <a:endParaRPr lang="en-US" sz="2800">
              <a:solidFill>
                <a:schemeClr val="tx2"/>
              </a:solidFill>
              <a:latin typeface="+mj-l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62CFF8B-4AD8-A5BD-F648-FFDF61EEB749}"/>
              </a:ext>
            </a:extLst>
          </p:cNvPr>
          <p:cNvSpPr txBox="1"/>
          <p:nvPr/>
        </p:nvSpPr>
        <p:spPr>
          <a:xfrm>
            <a:off x="257476" y="1288211"/>
            <a:ext cx="9770853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/>
              <a:t>Automated model G-code generation for 3D designs in CNC machining using Gen AI.</a:t>
            </a:r>
          </a:p>
          <a:p>
            <a:pPr>
              <a:lnSpc>
                <a:spcPct val="150000"/>
              </a:lnSpc>
            </a:pPr>
            <a:endParaRPr lang="en-US" sz="1400" b="1" dirty="0"/>
          </a:p>
          <a:p>
            <a:pPr>
              <a:lnSpc>
                <a:spcPct val="150000"/>
              </a:lnSpc>
            </a:pPr>
            <a:r>
              <a:rPr lang="en-US" sz="1400" b="1" dirty="0"/>
              <a:t>Real Time </a:t>
            </a:r>
            <a:r>
              <a:rPr lang="en-IN" sz="1400" b="1" dirty="0"/>
              <a:t>Challenges in Manufacturing Industry </a:t>
            </a:r>
            <a:endParaRPr lang="en-US" sz="1400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Manual G-code generation in CNC machining is prone to errors and inefficiencies, requiring skilled operators.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These inefficiencies lead to longer production times, increased costs, and suboptimal machine performance.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There is a need for an automated, AI-driven solution to generate optimized G-code, reducing human intervention and errors.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400" b="1" dirty="0"/>
          </a:p>
          <a:p>
            <a:pPr>
              <a:lnSpc>
                <a:spcPct val="150000"/>
              </a:lnSpc>
            </a:pPr>
            <a:r>
              <a:rPr lang="en-US" sz="1400" b="1" dirty="0"/>
              <a:t>Market Size and Growth Potential</a:t>
            </a:r>
          </a:p>
          <a:p>
            <a:pPr>
              <a:lnSpc>
                <a:spcPct val="150000"/>
              </a:lnSpc>
            </a:pPr>
            <a:endParaRPr lang="en-US" sz="1400" b="1" dirty="0"/>
          </a:p>
          <a:p>
            <a:pPr>
              <a:lnSpc>
                <a:spcPct val="150000"/>
              </a:lnSpc>
            </a:pPr>
            <a:r>
              <a:rPr lang="en-US" sz="1400" dirty="0"/>
              <a:t>The global CNC machine market, valued at $81.95 billion in 2022, is projected to grow at a 5.7% CAGR (2023-2030). As industries like aerospace, automotive, and electronics expand, the demand for precision and efficiency in manufacturing increases. Integrating </a:t>
            </a:r>
            <a:r>
              <a:rPr lang="en-US" sz="1400" b="1" dirty="0"/>
              <a:t>Generative AI for G-code automation</a:t>
            </a:r>
            <a:r>
              <a:rPr lang="en-US" sz="1400" dirty="0"/>
              <a:t> aligns with Industry 4.0, offering significant potential to enhance manufacturing processes, reduce costs, and boost scalability..</a:t>
            </a:r>
          </a:p>
          <a:p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1628420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2A5E177-16F8-9DFF-2C38-EE55DE63C074}"/>
              </a:ext>
            </a:extLst>
          </p:cNvPr>
          <p:cNvSpPr txBox="1"/>
          <p:nvPr/>
        </p:nvSpPr>
        <p:spPr>
          <a:xfrm>
            <a:off x="257476" y="562841"/>
            <a:ext cx="115916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0">
                <a:solidFill>
                  <a:schemeClr val="tx2"/>
                </a:solidFill>
                <a:effectLst/>
                <a:latin typeface="+mj-lt"/>
              </a:rPr>
              <a:t>Objective and Approach</a:t>
            </a:r>
            <a:endParaRPr lang="en-US" sz="2800">
              <a:solidFill>
                <a:schemeClr val="tx2"/>
              </a:solidFill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971DBB-D6EA-A5E3-E806-538E596AE64C}"/>
              </a:ext>
            </a:extLst>
          </p:cNvPr>
          <p:cNvSpPr txBox="1"/>
          <p:nvPr/>
        </p:nvSpPr>
        <p:spPr>
          <a:xfrm>
            <a:off x="257477" y="1086061"/>
            <a:ext cx="825392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Develop an automated system to generate </a:t>
            </a:r>
            <a:r>
              <a:rPr lang="en-US" sz="1400" b="1" dirty="0"/>
              <a:t>optimized G-code</a:t>
            </a:r>
            <a:r>
              <a:rPr lang="en-US" sz="1400" dirty="0"/>
              <a:t> for CNC machining using Generative AI, allowing users to streamline the conversion of 3D designs into machine-ready code. This solution aims to reduce human errors, improve precision, and enhance production efficiency in manufacturing.</a:t>
            </a:r>
            <a:endParaRPr lang="en-US" sz="1400" b="0" i="0" dirty="0">
              <a:solidFill>
                <a:srgbClr val="374151"/>
              </a:solidFill>
              <a:effectLst/>
              <a:latin typeface="+mj-l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076BF2-BD1F-6E46-745A-73BAB801B4DF}"/>
              </a:ext>
            </a:extLst>
          </p:cNvPr>
          <p:cNvSpPr txBox="1"/>
          <p:nvPr/>
        </p:nvSpPr>
        <p:spPr>
          <a:xfrm>
            <a:off x="257475" y="2093559"/>
            <a:ext cx="22207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Bahnschrift Condensed" panose="020B0502040204020203" pitchFamily="34" charset="0"/>
              </a:rPr>
              <a:t>APPROACH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70869A3-9BF0-12BF-F531-5BD64039772D}"/>
              </a:ext>
            </a:extLst>
          </p:cNvPr>
          <p:cNvSpPr txBox="1"/>
          <p:nvPr/>
        </p:nvSpPr>
        <p:spPr>
          <a:xfrm>
            <a:off x="257475" y="2733117"/>
            <a:ext cx="202262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Model Selection:</a:t>
            </a:r>
          </a:p>
          <a:p>
            <a:r>
              <a:rPr lang="en-US" sz="1200" dirty="0"/>
              <a:t>Identify and fine-tune a state-of-the-art deep learning model, such as Stable Diffusion, to generate optimized G-codes from 3D designs for CNC machining.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31F2485-815F-E0C7-1D65-C6EF3C61E8F7}"/>
              </a:ext>
            </a:extLst>
          </p:cNvPr>
          <p:cNvSpPr txBox="1"/>
          <p:nvPr/>
        </p:nvSpPr>
        <p:spPr>
          <a:xfrm>
            <a:off x="2228811" y="2763897"/>
            <a:ext cx="202262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Data Collection: </a:t>
            </a:r>
          </a:p>
          <a:p>
            <a:r>
              <a:rPr lang="en-US" sz="1200" dirty="0"/>
              <a:t>Gather a dataset of 2D images with various objects and dimensions to train the model for accurate dimension prediction and G-code generation.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DE5BC95-5E69-C810-B369-159D7AFB6A6E}"/>
              </a:ext>
            </a:extLst>
          </p:cNvPr>
          <p:cNvSpPr txBox="1"/>
          <p:nvPr/>
        </p:nvSpPr>
        <p:spPr>
          <a:xfrm>
            <a:off x="4251431" y="2731520"/>
            <a:ext cx="202262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Database Management: </a:t>
            </a:r>
            <a:r>
              <a:rPr lang="en-US" sz="1200" dirty="0"/>
              <a:t>Use MongoDB to store and retrieve 3D design inputs, predicted object dimensions, and generated G-codes efficiently.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BC35667-E0D5-A2B7-6A78-A1D0607BBAEC}"/>
              </a:ext>
            </a:extLst>
          </p:cNvPr>
          <p:cNvSpPr txBox="1"/>
          <p:nvPr/>
        </p:nvSpPr>
        <p:spPr>
          <a:xfrm>
            <a:off x="6222767" y="2731520"/>
            <a:ext cx="1717802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Performance Optimization: </a:t>
            </a:r>
          </a:p>
          <a:p>
            <a:r>
              <a:rPr lang="en-US" sz="1200" dirty="0"/>
              <a:t>Optimize the performance of the model to handle large-scale data, ensuring fast and accurate dimension prediction and G-code generation for real-time manufacturing processes.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1E93207-8CB2-B8AD-2465-5EBD05BEBDBF}"/>
              </a:ext>
            </a:extLst>
          </p:cNvPr>
          <p:cNvSpPr txBox="1"/>
          <p:nvPr/>
        </p:nvSpPr>
        <p:spPr>
          <a:xfrm>
            <a:off x="4002040" y="4571610"/>
            <a:ext cx="222072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Model Integration: </a:t>
            </a:r>
          </a:p>
          <a:p>
            <a:r>
              <a:rPr lang="en-US" sz="1200" dirty="0"/>
              <a:t>Integrate the trained model into a web-based platform for seamless conversion of 2D designs into G-codes, automating CNC machining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F3172A1-7641-3FC0-4128-289F953BC4C1}"/>
              </a:ext>
            </a:extLst>
          </p:cNvPr>
          <p:cNvSpPr txBox="1"/>
          <p:nvPr/>
        </p:nvSpPr>
        <p:spPr>
          <a:xfrm>
            <a:off x="959253" y="4571610"/>
            <a:ext cx="264168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User Interface:</a:t>
            </a:r>
          </a:p>
          <a:p>
            <a:r>
              <a:rPr lang="en-US" sz="1200" dirty="0"/>
              <a:t>Develop a user-friendly web interface where users can upload 2D designs and receive G-codes, enabling easy adoption by manufacturing industries and operators.</a:t>
            </a:r>
          </a:p>
        </p:txBody>
      </p:sp>
      <p:pic>
        <p:nvPicPr>
          <p:cNvPr id="3080" name="Picture 8" descr="Introducing ClassPoint AI – Your AI Quiz Generator in PowerPoint">
            <a:extLst>
              <a:ext uri="{FF2B5EF4-FFF2-40B4-BE49-F238E27FC236}">
                <a16:creationId xmlns:a16="http://schemas.microsoft.com/office/drawing/2014/main" id="{74BA89CC-7A7B-B4E1-E19E-D74E97DD48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4373" y="1086061"/>
            <a:ext cx="3573846" cy="254498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00090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2A5E177-16F8-9DFF-2C38-EE55DE63C074}"/>
              </a:ext>
            </a:extLst>
          </p:cNvPr>
          <p:cNvSpPr txBox="1"/>
          <p:nvPr/>
        </p:nvSpPr>
        <p:spPr>
          <a:xfrm>
            <a:off x="257476" y="562841"/>
            <a:ext cx="115916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0" u="sng" dirty="0">
                <a:solidFill>
                  <a:schemeClr val="tx2"/>
                </a:solidFill>
                <a:effectLst/>
                <a:latin typeface="+mj-lt"/>
              </a:rPr>
              <a:t>Solution Overview</a:t>
            </a:r>
            <a:endParaRPr lang="en-US" sz="2800" u="sng" dirty="0">
              <a:solidFill>
                <a:schemeClr val="tx2"/>
              </a:solidFill>
              <a:latin typeface="+mj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6FC227-5EB5-A497-5981-7CC4F4CC66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08364"/>
            <a:ext cx="12192000" cy="5749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13734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2A5E177-16F8-9DFF-2C38-EE55DE63C074}"/>
              </a:ext>
            </a:extLst>
          </p:cNvPr>
          <p:cNvSpPr txBox="1"/>
          <p:nvPr/>
        </p:nvSpPr>
        <p:spPr>
          <a:xfrm>
            <a:off x="257476" y="562841"/>
            <a:ext cx="115916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0">
                <a:solidFill>
                  <a:schemeClr val="tx2"/>
                </a:solidFill>
                <a:effectLst/>
                <a:latin typeface="+mj-lt"/>
              </a:rPr>
              <a:t>Solution Overview</a:t>
            </a:r>
            <a:endParaRPr lang="en-US" sz="2800">
              <a:solidFill>
                <a:schemeClr val="tx2"/>
              </a:solidFill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7F86E8-32AC-88FA-EAFB-8E6610DDE9B8}"/>
              </a:ext>
            </a:extLst>
          </p:cNvPr>
          <p:cNvSpPr txBox="1"/>
          <p:nvPr/>
        </p:nvSpPr>
        <p:spPr>
          <a:xfrm>
            <a:off x="257476" y="1481529"/>
            <a:ext cx="4216758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Utilizing Generative AI to automate the process of G-code generation for CNC machining.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Enhancing precision and efficiency by predicting exact object dimensions from 2D images.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Reducing manual intervention, thus minimizing errors in the G-code creation process.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Providing a user-friendly interface that simplifies the input of 2D images and generates optimized G-code.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Streamlining CNC machining workflows, leading to faster and more accurate production.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ABF617-6761-111F-0B51-E2B39CD3CF40}"/>
              </a:ext>
            </a:extLst>
          </p:cNvPr>
          <p:cNvSpPr txBox="1"/>
          <p:nvPr/>
        </p:nvSpPr>
        <p:spPr>
          <a:xfrm>
            <a:off x="5507247" y="1406767"/>
            <a:ext cx="5649583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/>
              <a:t>Components</a:t>
            </a:r>
          </a:p>
          <a:p>
            <a:endParaRPr lang="en-IN" sz="1400" b="1" dirty="0"/>
          </a:p>
          <a:p>
            <a:r>
              <a:rPr lang="en-US" sz="1400" b="1" dirty="0"/>
              <a:t>Generative AI Model</a:t>
            </a:r>
            <a:r>
              <a:rPr lang="en-US" sz="1400" dirty="0"/>
              <a:t>:</a:t>
            </a:r>
            <a:br>
              <a:rPr lang="en-US" sz="1400" dirty="0"/>
            </a:br>
            <a:r>
              <a:rPr lang="en-US" sz="1400" dirty="0"/>
              <a:t>The AI model analyzes 2D images and predicts object dimensions, converting them into an XML file for use in G-code generation. This step eliminates the need for manual dimension estimation and coding.</a:t>
            </a:r>
          </a:p>
          <a:p>
            <a:r>
              <a:rPr lang="en-US" sz="1400" b="1" dirty="0"/>
              <a:t>XML-Based G-code Generator</a:t>
            </a:r>
            <a:r>
              <a:rPr lang="en-US" sz="1400" dirty="0"/>
              <a:t>:</a:t>
            </a:r>
            <a:br>
              <a:rPr lang="en-US" sz="1400" dirty="0"/>
            </a:br>
            <a:r>
              <a:rPr lang="en-US" sz="1400" dirty="0"/>
              <a:t>The generated XML file is processed by the G-code generator, transforming object dimensions into machine-readable G-code, which is directly utilized by CNC machines.</a:t>
            </a:r>
          </a:p>
          <a:p>
            <a:r>
              <a:rPr lang="en-US" sz="1400" b="1" dirty="0"/>
              <a:t>User Interface</a:t>
            </a:r>
            <a:r>
              <a:rPr lang="en-US" sz="1400" dirty="0"/>
              <a:t>:</a:t>
            </a:r>
            <a:br>
              <a:rPr lang="en-US" sz="1400" dirty="0"/>
            </a:br>
            <a:r>
              <a:rPr lang="en-US" sz="1400" dirty="0"/>
              <a:t>A simple, intuitive interface allows users to upload 2D images and receive G-code as output, making it easy for operators to integrate the tool into existing CNC workflows</a:t>
            </a:r>
          </a:p>
        </p:txBody>
      </p:sp>
    </p:spTree>
    <p:extLst>
      <p:ext uri="{BB962C8B-B14F-4D97-AF65-F5344CB8AC3E}">
        <p14:creationId xmlns:p14="http://schemas.microsoft.com/office/powerpoint/2010/main" val="26785839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2A5E177-16F8-9DFF-2C38-EE55DE63C074}"/>
              </a:ext>
            </a:extLst>
          </p:cNvPr>
          <p:cNvSpPr txBox="1"/>
          <p:nvPr/>
        </p:nvSpPr>
        <p:spPr>
          <a:xfrm>
            <a:off x="257476" y="562841"/>
            <a:ext cx="115916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0" dirty="0">
                <a:solidFill>
                  <a:schemeClr val="tx2"/>
                </a:solidFill>
                <a:effectLst/>
                <a:latin typeface="+mj-lt"/>
              </a:rPr>
              <a:t>Technical Implementation</a:t>
            </a:r>
            <a:endParaRPr lang="en-US" sz="2800" dirty="0">
              <a:solidFill>
                <a:schemeClr val="tx2"/>
              </a:solidFill>
              <a:latin typeface="+mj-lt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33546A36-B821-E787-CC6A-29002E8754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476" y="1086061"/>
            <a:ext cx="6379113" cy="45871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IN" sz="1400" b="1" dirty="0">
                <a:latin typeface="Bahnschrift" panose="020B0502040204020203" pitchFamily="34" charset="0"/>
              </a:rPr>
              <a:t>Technologies &amp; Tools</a:t>
            </a:r>
            <a:endParaRPr lang="en-IN" sz="1400" dirty="0">
              <a:latin typeface="Bahnschrift" panose="020B0502040204020203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/>
              <a:t>Convolutional Neural Networks (CNN): Core for extracting precise object dimensions from 2D images.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/>
              <a:t>Generative AI Models: Automates G-code generation from the predicted dimensions and 3D models.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/>
              <a:t>Python (Flask Framework): Manages backend operations and API integration for seamless model communication.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/>
              <a:t>TensorFlow: Used for training deep learning models and optimizing predictions.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/>
              <a:t>MongoDB: Stores user inputs, predicted dimensions, and G-code outputs for efficient data retrieval.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/>
              <a:t>XML Formatter: Converts dimensional data into an XML file for structured output.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/>
              <a:t>CNC Simulators: Validates the efficiency of the generated G-code.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46AF4BC-29A0-05E6-3F26-8E8A65B7F5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0762" y="1130798"/>
            <a:ext cx="5024166" cy="4596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3374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2A5E177-16F8-9DFF-2C38-EE55DE63C074}"/>
              </a:ext>
            </a:extLst>
          </p:cNvPr>
          <p:cNvSpPr txBox="1"/>
          <p:nvPr/>
        </p:nvSpPr>
        <p:spPr>
          <a:xfrm>
            <a:off x="257476" y="562841"/>
            <a:ext cx="115916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0" dirty="0">
                <a:solidFill>
                  <a:schemeClr val="tx2"/>
                </a:solidFill>
                <a:effectLst/>
                <a:latin typeface="+mj-lt"/>
              </a:rPr>
              <a:t>Technical Implementation</a:t>
            </a:r>
            <a:endParaRPr lang="en-US" sz="2800" dirty="0">
              <a:solidFill>
                <a:schemeClr val="tx2"/>
              </a:solidFill>
              <a:latin typeface="+mj-lt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13909AD-FDA6-B2C3-BF8F-95D47BF0F9CB}"/>
              </a:ext>
            </a:extLst>
          </p:cNvPr>
          <p:cNvSpPr/>
          <p:nvPr/>
        </p:nvSpPr>
        <p:spPr>
          <a:xfrm>
            <a:off x="2147980" y="1812551"/>
            <a:ext cx="2467155" cy="1293962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u="sng" dirty="0"/>
              <a:t>2D Image Processing</a:t>
            </a:r>
            <a:r>
              <a:rPr lang="en-US" sz="1200" u="sng" dirty="0"/>
              <a:t> </a:t>
            </a:r>
          </a:p>
          <a:p>
            <a:pPr algn="ctr"/>
            <a:r>
              <a:rPr lang="en-US" sz="1200" dirty="0"/>
              <a:t>CNN processes the input image to predict dimensions with high accuracy.</a:t>
            </a:r>
            <a:endParaRPr lang="en-IN" sz="12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7B10AB-ADBA-4358-9E53-D47E2C4D138F}"/>
              </a:ext>
            </a:extLst>
          </p:cNvPr>
          <p:cNvSpPr txBox="1"/>
          <p:nvPr/>
        </p:nvSpPr>
        <p:spPr>
          <a:xfrm>
            <a:off x="257476" y="1127618"/>
            <a:ext cx="331386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200" b="1" dirty="0">
                <a:latin typeface="Bahnschrift" panose="020B0502040204020203" pitchFamily="34" charset="0"/>
              </a:rPr>
              <a:t>Implementation</a:t>
            </a:r>
            <a:r>
              <a:rPr lang="en-IN" b="1" dirty="0">
                <a:latin typeface="Bahnschrift" panose="020B0502040204020203" pitchFamily="34" charset="0"/>
              </a:rPr>
              <a:t> </a:t>
            </a:r>
            <a:r>
              <a:rPr lang="en-IN" sz="2200" b="1" dirty="0">
                <a:latin typeface="Bahnschrift" panose="020B0502040204020203" pitchFamily="34" charset="0"/>
              </a:rPr>
              <a:t>Flow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D52652E-0A5E-2CDE-1E82-4F2A9D523CC8}"/>
              </a:ext>
            </a:extLst>
          </p:cNvPr>
          <p:cNvSpPr/>
          <p:nvPr/>
        </p:nvSpPr>
        <p:spPr>
          <a:xfrm>
            <a:off x="2147980" y="3919268"/>
            <a:ext cx="2467155" cy="1293962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u="sng" dirty="0"/>
              <a:t>Dimension-to-G-code Pipeline</a:t>
            </a:r>
            <a:r>
              <a:rPr lang="en-US" sz="1200" u="sng" dirty="0"/>
              <a:t> </a:t>
            </a:r>
          </a:p>
          <a:p>
            <a:pPr algn="ctr"/>
            <a:r>
              <a:rPr lang="en-US" sz="1200" dirty="0"/>
              <a:t>AI-driven system converts dimensions into a 3D model and generates optimized G-code.</a:t>
            </a:r>
            <a:endParaRPr lang="en-IN" sz="1200" dirty="0">
              <a:solidFill>
                <a:schemeClr val="bg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966C23C-2AAB-BAA9-8E41-702311ADEEA2}"/>
              </a:ext>
            </a:extLst>
          </p:cNvPr>
          <p:cNvSpPr/>
          <p:nvPr/>
        </p:nvSpPr>
        <p:spPr>
          <a:xfrm>
            <a:off x="7051498" y="3919268"/>
            <a:ext cx="2467155" cy="1293962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u="sng" dirty="0"/>
              <a:t>Data Handling</a:t>
            </a:r>
            <a:r>
              <a:rPr lang="en-US" sz="1200" u="sng" dirty="0"/>
              <a:t> </a:t>
            </a:r>
          </a:p>
          <a:p>
            <a:pPr algn="ctr"/>
            <a:r>
              <a:rPr lang="en-US" sz="1200" dirty="0"/>
              <a:t>MongoDB manages all input/output data, including user prompts, dimension predictions, and generated code.</a:t>
            </a:r>
            <a:endParaRPr lang="en-IN" sz="1200" dirty="0">
              <a:solidFill>
                <a:schemeClr val="bg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E6EB08B-60DF-23E0-4DF5-EA007497F2EE}"/>
              </a:ext>
            </a:extLst>
          </p:cNvPr>
          <p:cNvSpPr/>
          <p:nvPr/>
        </p:nvSpPr>
        <p:spPr>
          <a:xfrm>
            <a:off x="7051498" y="1812551"/>
            <a:ext cx="2467155" cy="1293962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u="sng" dirty="0"/>
              <a:t>Real-time Performance</a:t>
            </a:r>
          </a:p>
          <a:p>
            <a:pPr algn="ctr"/>
            <a:r>
              <a:rPr lang="en-US" sz="1200" dirty="0"/>
              <a:t>The Flask-based web app provides a seamless interface for users to generate G-code on demand.</a:t>
            </a:r>
            <a:endParaRPr lang="en-IN" sz="1200" dirty="0">
              <a:solidFill>
                <a:schemeClr val="bg1"/>
              </a:solidFill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CF316DE-A50C-C573-B749-FE9D401BE936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>
            <a:off x="4615135" y="4566249"/>
            <a:ext cx="243636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90AC04D-406B-7F02-A7C8-1A1DAE13B292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3381557" y="3106513"/>
            <a:ext cx="1" cy="81275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E96D2295-A869-1D41-D583-8B848E2A325F}"/>
              </a:ext>
            </a:extLst>
          </p:cNvPr>
          <p:cNvCxnSpPr>
            <a:cxnSpLocks/>
          </p:cNvCxnSpPr>
          <p:nvPr/>
        </p:nvCxnSpPr>
        <p:spPr>
          <a:xfrm flipH="1" flipV="1">
            <a:off x="8285074" y="3029811"/>
            <a:ext cx="1" cy="88945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48" name="Picture 4" descr="TensorFlow - Wikipedia">
            <a:extLst>
              <a:ext uri="{FF2B5EF4-FFF2-40B4-BE49-F238E27FC236}">
                <a16:creationId xmlns:a16="http://schemas.microsoft.com/office/drawing/2014/main" id="{5891C082-B389-E783-6F8E-4A403E5686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5135" y="5213230"/>
            <a:ext cx="1081174" cy="692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DesignOye Marketplace: Vectors &amp; PSD / PNG Downloads - Mongodb Branding  Icon Symbol Logo Vector 1540">
            <a:extLst>
              <a:ext uri="{FF2B5EF4-FFF2-40B4-BE49-F238E27FC236}">
                <a16:creationId xmlns:a16="http://schemas.microsoft.com/office/drawing/2014/main" id="{CA9CA560-F441-B323-C470-94846CFDD2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7619" y="5213230"/>
            <a:ext cx="692568" cy="692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64" name="Picture 20" descr="GEN AI - Logo Design by Martin Als ...">
            <a:extLst>
              <a:ext uri="{FF2B5EF4-FFF2-40B4-BE49-F238E27FC236}">
                <a16:creationId xmlns:a16="http://schemas.microsoft.com/office/drawing/2014/main" id="{D5A486F8-B66B-97BF-67CA-428D0A4B963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23" t="15739" r="14723" b="15577"/>
          <a:stretch/>
        </p:blipFill>
        <p:spPr bwMode="auto">
          <a:xfrm>
            <a:off x="5465256" y="5912987"/>
            <a:ext cx="736120" cy="507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83080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2A5E177-16F8-9DFF-2C38-EE55DE63C074}"/>
              </a:ext>
            </a:extLst>
          </p:cNvPr>
          <p:cNvSpPr txBox="1"/>
          <p:nvPr/>
        </p:nvSpPr>
        <p:spPr>
          <a:xfrm>
            <a:off x="257476" y="562841"/>
            <a:ext cx="115916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0">
                <a:solidFill>
                  <a:schemeClr val="tx2"/>
                </a:solidFill>
                <a:effectLst/>
                <a:latin typeface="+mj-lt"/>
              </a:rPr>
              <a:t>Technical Implementation</a:t>
            </a:r>
            <a:endParaRPr lang="en-US" sz="2800">
              <a:solidFill>
                <a:schemeClr val="tx2"/>
              </a:solidFill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766EB3-0997-E3E4-ED14-7D7360434416}"/>
              </a:ext>
            </a:extLst>
          </p:cNvPr>
          <p:cNvSpPr txBox="1"/>
          <p:nvPr/>
        </p:nvSpPr>
        <p:spPr>
          <a:xfrm>
            <a:off x="320736" y="1485155"/>
            <a:ext cx="8069890" cy="1678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400" b="1" dirty="0"/>
              <a:t>Challenges Addressed</a:t>
            </a:r>
            <a:endParaRPr lang="en-IN" sz="1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/>
              <a:t>Dimension Prediction Accuracy: Enhanced through fine-tuning deep learning models and using diverse training datasets.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/>
              <a:t>G-code Optimization: Solved using iterative model refinements and performance benchmarking with CNC simulators.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ED5A6A-7802-F988-5FC8-7190F00EA53F}"/>
              </a:ext>
            </a:extLst>
          </p:cNvPr>
          <p:cNvSpPr txBox="1"/>
          <p:nvPr/>
        </p:nvSpPr>
        <p:spPr>
          <a:xfrm>
            <a:off x="320736" y="3788509"/>
            <a:ext cx="7620000" cy="1678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400" b="1" dirty="0"/>
              <a:t>Scalability &amp; Flexibility</a:t>
            </a:r>
            <a:r>
              <a:rPr lang="en-IN" sz="1400" dirty="0"/>
              <a:t>: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/>
              <a:t>Cloud-Ready: Architecture designed to scale using cloud platforms (AWS/GCP) for larger datasets and faster processing.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/>
              <a:t>Modular System: Flexible integration of future enhancements like multi-object recognition and support for various CNC machine types.</a:t>
            </a:r>
          </a:p>
        </p:txBody>
      </p:sp>
    </p:spTree>
    <p:extLst>
      <p:ext uri="{BB962C8B-B14F-4D97-AF65-F5344CB8AC3E}">
        <p14:creationId xmlns:p14="http://schemas.microsoft.com/office/powerpoint/2010/main" val="31049210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C0E4D23-9310-6116-1E7D-4731F7FCF7D3}"/>
              </a:ext>
            </a:extLst>
          </p:cNvPr>
          <p:cNvSpPr txBox="1"/>
          <p:nvPr/>
        </p:nvSpPr>
        <p:spPr>
          <a:xfrm>
            <a:off x="257476" y="562841"/>
            <a:ext cx="115916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0">
                <a:solidFill>
                  <a:schemeClr val="tx2"/>
                </a:solidFill>
                <a:effectLst/>
                <a:latin typeface="+mj-lt"/>
              </a:rPr>
              <a:t>Novelty</a:t>
            </a:r>
            <a:endParaRPr lang="en-US" sz="2800">
              <a:solidFill>
                <a:schemeClr val="tx2"/>
              </a:solidFill>
              <a:latin typeface="+mj-lt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065E65C-AA3C-ECE1-DD7F-CF8BB373366F}"/>
              </a:ext>
            </a:extLst>
          </p:cNvPr>
          <p:cNvSpPr txBox="1"/>
          <p:nvPr/>
        </p:nvSpPr>
        <p:spPr>
          <a:xfrm>
            <a:off x="342900" y="1086061"/>
            <a:ext cx="10456532" cy="1439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Current Solutions: Existing CNC machining tools focus on manual or semi-automated G-code generation, often requiring human expertise in interpreting design files.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Generative AI Applications: While generative AI has been explored in fields like design and art, its direct application in automating G-code generation for CNC machining is limited in published literature</a:t>
            </a:r>
            <a:r>
              <a:rPr lang="en-US" dirty="0"/>
              <a:t>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6FC89CB-07AD-F8F1-9A78-7A2DEE9CA431}"/>
              </a:ext>
            </a:extLst>
          </p:cNvPr>
          <p:cNvSpPr txBox="1"/>
          <p:nvPr/>
        </p:nvSpPr>
        <p:spPr>
          <a:xfrm>
            <a:off x="342900" y="3170009"/>
            <a:ext cx="11223324" cy="232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b="1" dirty="0"/>
              <a:t>Unique Aspects of Our Solution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Full Automation from Design to G-Code: Unlike current methods, our solution automates the entire process from 2D image input to G-code output using Generative AI, eliminating the need for manual intervention.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AI-Powered Dimensional Predictions: The novelty lies in our use of AI to predict object dimensions accurately from 2D images—an area not explored by competitors.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Custom XML and G-Code Generator: Our solution’s ability to convert dimensional data into optimized G-code for CNC machines offers a seamless and efficient workflow that is difficult to replicate without deep technical expertise in AI and machining.</a:t>
            </a:r>
          </a:p>
        </p:txBody>
      </p:sp>
    </p:spTree>
    <p:extLst>
      <p:ext uri="{BB962C8B-B14F-4D97-AF65-F5344CB8AC3E}">
        <p14:creationId xmlns:p14="http://schemas.microsoft.com/office/powerpoint/2010/main" val="33514674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C0E4D23-9310-6116-1E7D-4731F7FCF7D3}"/>
              </a:ext>
            </a:extLst>
          </p:cNvPr>
          <p:cNvSpPr txBox="1"/>
          <p:nvPr/>
        </p:nvSpPr>
        <p:spPr>
          <a:xfrm>
            <a:off x="257476" y="562841"/>
            <a:ext cx="115916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0">
                <a:solidFill>
                  <a:schemeClr val="tx2"/>
                </a:solidFill>
                <a:effectLst/>
                <a:latin typeface="+mj-lt"/>
              </a:rPr>
              <a:t>Novelty</a:t>
            </a:r>
            <a:endParaRPr lang="en-US" sz="2800">
              <a:solidFill>
                <a:schemeClr val="tx2"/>
              </a:solidFill>
              <a:latin typeface="+mj-lt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3993F08-7DC2-5930-211E-0607500B9DA3}"/>
              </a:ext>
            </a:extLst>
          </p:cNvPr>
          <p:cNvSpPr txBox="1"/>
          <p:nvPr/>
        </p:nvSpPr>
        <p:spPr>
          <a:xfrm>
            <a:off x="257476" y="1678825"/>
            <a:ext cx="11280474" cy="39408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b="1" dirty="0"/>
              <a:t>Key Differentiators &amp; Competitor Benchmarking</a:t>
            </a:r>
            <a:r>
              <a:rPr lang="en-US" sz="1400" dirty="0"/>
              <a:t>:</a:t>
            </a:r>
          </a:p>
          <a:p>
            <a:pPr>
              <a:lnSpc>
                <a:spcPct val="150000"/>
              </a:lnSpc>
            </a:pPr>
            <a:r>
              <a:rPr lang="en-US" sz="1400" dirty="0"/>
              <a:t>Competitor Solutions:</a:t>
            </a:r>
          </a:p>
          <a:p>
            <a:pPr lvl="1">
              <a:lnSpc>
                <a:spcPct val="150000"/>
              </a:lnSpc>
            </a:pPr>
            <a:r>
              <a:rPr lang="en-US" sz="1400" dirty="0"/>
              <a:t>Competitor A: Uses semi-automated G-code generation based on 3D models, requiring manual intervention for dimension verification.</a:t>
            </a:r>
          </a:p>
          <a:p>
            <a:pPr lvl="1">
              <a:lnSpc>
                <a:spcPct val="150000"/>
              </a:lnSpc>
            </a:pPr>
            <a:r>
              <a:rPr lang="en-US" sz="1400" dirty="0"/>
              <a:t>Competitor B: Provides CAD/CAM software with some level of automation, but still dependent on human interaction for generating final G-code.</a:t>
            </a:r>
          </a:p>
          <a:p>
            <a:pPr lvl="1">
              <a:lnSpc>
                <a:spcPct val="150000"/>
              </a:lnSpc>
            </a:pPr>
            <a:endParaRPr lang="en-US" sz="1400" dirty="0"/>
          </a:p>
          <a:p>
            <a:pPr lvl="1">
              <a:lnSpc>
                <a:spcPct val="150000"/>
              </a:lnSpc>
            </a:pPr>
            <a:r>
              <a:rPr lang="en-US" sz="1400" dirty="0"/>
              <a:t>Our Solution: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sz="1400" dirty="0"/>
              <a:t>Fully Automated: From 2D image input to G-code output with zero manual steps.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sz="1400" dirty="0"/>
              <a:t>Accuracy: AI-driven dimension predictions ensure precise machining, reducing errors.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sz="1400" dirty="0"/>
              <a:t>Scalability: Adaptable to various CNC machines and manufacturing environments.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sz="1400" dirty="0"/>
              <a:t>Efficiency: Generates optimized G-code in real-time, drastically reducing time-to-production.</a:t>
            </a:r>
          </a:p>
        </p:txBody>
      </p:sp>
    </p:spTree>
    <p:extLst>
      <p:ext uri="{BB962C8B-B14F-4D97-AF65-F5344CB8AC3E}">
        <p14:creationId xmlns:p14="http://schemas.microsoft.com/office/powerpoint/2010/main" val="15104203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C0E4D23-9310-6116-1E7D-4731F7FCF7D3}"/>
              </a:ext>
            </a:extLst>
          </p:cNvPr>
          <p:cNvSpPr txBox="1"/>
          <p:nvPr/>
        </p:nvSpPr>
        <p:spPr>
          <a:xfrm>
            <a:off x="257476" y="562841"/>
            <a:ext cx="115916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0">
                <a:solidFill>
                  <a:schemeClr val="tx2"/>
                </a:solidFill>
                <a:effectLst/>
                <a:latin typeface="+mj-lt"/>
              </a:rPr>
              <a:t>Novelty</a:t>
            </a:r>
            <a:endParaRPr lang="en-US" sz="2800">
              <a:solidFill>
                <a:schemeClr val="tx2"/>
              </a:solidFill>
              <a:latin typeface="+mj-lt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E7F14EB-79F1-9675-E95F-A6C978DF72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3286902"/>
              </p:ext>
            </p:extLst>
          </p:nvPr>
        </p:nvGraphicFramePr>
        <p:xfrm>
          <a:off x="341313" y="1543260"/>
          <a:ext cx="11591624" cy="2320402"/>
        </p:xfrm>
        <a:graphic>
          <a:graphicData uri="http://schemas.openxmlformats.org/drawingml/2006/table">
            <a:tbl>
              <a:tblPr/>
              <a:tblGrid>
                <a:gridCol w="2897906">
                  <a:extLst>
                    <a:ext uri="{9D8B030D-6E8A-4147-A177-3AD203B41FA5}">
                      <a16:colId xmlns:a16="http://schemas.microsoft.com/office/drawing/2014/main" val="2884371367"/>
                    </a:ext>
                  </a:extLst>
                </a:gridCol>
                <a:gridCol w="2897906">
                  <a:extLst>
                    <a:ext uri="{9D8B030D-6E8A-4147-A177-3AD203B41FA5}">
                      <a16:colId xmlns:a16="http://schemas.microsoft.com/office/drawing/2014/main" val="453639386"/>
                    </a:ext>
                  </a:extLst>
                </a:gridCol>
                <a:gridCol w="2897906">
                  <a:extLst>
                    <a:ext uri="{9D8B030D-6E8A-4147-A177-3AD203B41FA5}">
                      <a16:colId xmlns:a16="http://schemas.microsoft.com/office/drawing/2014/main" val="3469741575"/>
                    </a:ext>
                  </a:extLst>
                </a:gridCol>
                <a:gridCol w="2897906">
                  <a:extLst>
                    <a:ext uri="{9D8B030D-6E8A-4147-A177-3AD203B41FA5}">
                      <a16:colId xmlns:a16="http://schemas.microsoft.com/office/drawing/2014/main" val="2165300545"/>
                    </a:ext>
                  </a:extLst>
                </a:gridCol>
              </a:tblGrid>
              <a:tr h="253669">
                <a:tc>
                  <a:txBody>
                    <a:bodyPr/>
                    <a:lstStyle/>
                    <a:p>
                      <a:r>
                        <a:rPr lang="en-IN" sz="1400"/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Competitor 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Competitor 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Our Solution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6774431"/>
                  </a:ext>
                </a:extLst>
              </a:tr>
              <a:tr h="253669">
                <a:tc>
                  <a:txBody>
                    <a:bodyPr/>
                    <a:lstStyle/>
                    <a:p>
                      <a:r>
                        <a:rPr lang="en-IN" sz="1400" b="0"/>
                        <a:t>Full Automation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✖️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✖️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✔️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5411338"/>
                  </a:ext>
                </a:extLst>
              </a:tr>
              <a:tr h="443921">
                <a:tc>
                  <a:txBody>
                    <a:bodyPr/>
                    <a:lstStyle/>
                    <a:p>
                      <a:r>
                        <a:rPr lang="en-IN" sz="1400" b="0" dirty="0"/>
                        <a:t>Generative AI Dimensioning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✖️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✖️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✔️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3062740"/>
                  </a:ext>
                </a:extLst>
              </a:tr>
              <a:tr h="443921">
                <a:tc>
                  <a:txBody>
                    <a:bodyPr/>
                    <a:lstStyle/>
                    <a:p>
                      <a:r>
                        <a:rPr lang="en-IN" sz="1400" b="0" dirty="0"/>
                        <a:t>Real-time G-Code Generation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✖️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✔️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✔️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3324523"/>
                  </a:ext>
                </a:extLst>
              </a:tr>
              <a:tr h="443921">
                <a:tc>
                  <a:txBody>
                    <a:bodyPr/>
                    <a:lstStyle/>
                    <a:p>
                      <a:r>
                        <a:rPr lang="en-US" sz="1400" b="0"/>
                        <a:t>Compatibility with Multiple CNC Machines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✔️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✔️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✔️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2735436"/>
                  </a:ext>
                </a:extLst>
              </a:tr>
              <a:tr h="253669">
                <a:tc>
                  <a:txBody>
                    <a:bodyPr/>
                    <a:lstStyle/>
                    <a:p>
                      <a:r>
                        <a:rPr lang="en-IN" sz="1400" b="0" dirty="0"/>
                        <a:t>Error Minimization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✖️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✔️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✔️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0222251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DE4574EC-D091-F409-1545-2D114F93FB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313" y="1160772"/>
            <a:ext cx="281628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Benchmarking &amp; Top Features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7DFAE3-D589-A347-EF1C-DCEAA36E92E5}"/>
              </a:ext>
            </a:extLst>
          </p:cNvPr>
          <p:cNvSpPr txBox="1"/>
          <p:nvPr/>
        </p:nvSpPr>
        <p:spPr>
          <a:xfrm>
            <a:off x="341313" y="4320861"/>
            <a:ext cx="11037887" cy="1678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b="1" dirty="0"/>
              <a:t>Backing Our Novelty</a:t>
            </a:r>
            <a:r>
              <a:rPr lang="en-US" sz="1400" dirty="0"/>
              <a:t>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We conducted a prior art search and found limited applications of Generative AI in CNC machining for G-code generation.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Our AI-powered dimension extraction from 2D images offers a unique capability that cannot be easily copied or replicated by competitors.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Competitor benchmarking reveals our edge in automation, accuracy, and flexibility, setting our solution apart in the market.</a:t>
            </a:r>
          </a:p>
        </p:txBody>
      </p:sp>
    </p:spTree>
    <p:extLst>
      <p:ext uri="{BB962C8B-B14F-4D97-AF65-F5344CB8AC3E}">
        <p14:creationId xmlns:p14="http://schemas.microsoft.com/office/powerpoint/2010/main" val="31162295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2A5E177-16F8-9DFF-2C38-EE55DE63C074}"/>
              </a:ext>
            </a:extLst>
          </p:cNvPr>
          <p:cNvSpPr txBox="1"/>
          <p:nvPr/>
        </p:nvSpPr>
        <p:spPr>
          <a:xfrm>
            <a:off x="257476" y="562841"/>
            <a:ext cx="115916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0" dirty="0">
                <a:solidFill>
                  <a:schemeClr val="tx2"/>
                </a:solidFill>
                <a:effectLst/>
                <a:latin typeface="+mj-lt"/>
              </a:rPr>
              <a:t>Challenges Faced</a:t>
            </a:r>
            <a:endParaRPr lang="en-US" sz="2800" dirty="0">
              <a:solidFill>
                <a:schemeClr val="tx2"/>
              </a:solidFill>
              <a:latin typeface="+mj-lt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78E4C99-22B2-A5DF-DA10-41ECA15B2B83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257476" y="1086061"/>
            <a:ext cx="10335762" cy="54784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Code Integration Complexity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Challenge: Difficulty merging dimensional analysis with G-code generation modules.</a:t>
            </a: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Solution: Created a unified data pipeline.</a:t>
            </a: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Lesson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Early modular design is essential.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Dimension Prediction Accuracy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Challenge: Low accuracy for complex object shapes.</a:t>
            </a: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Solution: Expanded dataset and applied advanced image preprocessing.</a:t>
            </a: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Lesson: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Diverse data improves model performance.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G-Code Optimization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Challenge: Inefficient G-code for various CNC machines.</a:t>
            </a: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Solution: Refined algorithm with iterative testing and reinforcement learning.</a:t>
            </a: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Lesson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Continuous testing is crucial for optimal results.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400" b="1" dirty="0">
                <a:latin typeface="Arial" panose="020B0604020202020204" pitchFamily="34" charset="0"/>
              </a:rPr>
              <a:t>     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Interface Design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Challenge: Balancing simplicity with advanced features.</a:t>
            </a: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Solution: Designed a tiered UI with basic and advanced options.</a:t>
            </a: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Lesson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User-centered design ensures broad usability.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91074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2A5E177-16F8-9DFF-2C38-EE55DE63C074}"/>
              </a:ext>
            </a:extLst>
          </p:cNvPr>
          <p:cNvSpPr txBox="1"/>
          <p:nvPr/>
        </p:nvSpPr>
        <p:spPr>
          <a:xfrm>
            <a:off x="257476" y="562841"/>
            <a:ext cx="115916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0">
                <a:solidFill>
                  <a:schemeClr val="tx2"/>
                </a:solidFill>
                <a:effectLst/>
                <a:latin typeface="+mj-lt"/>
              </a:rPr>
              <a:t>Results and Achievements</a:t>
            </a:r>
            <a:endParaRPr lang="en-US" sz="2800">
              <a:solidFill>
                <a:schemeClr val="tx2"/>
              </a:solidFill>
              <a:latin typeface="+mj-lt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358B02E-D26E-F12B-2B69-C51AA4D4A085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257476" y="1302231"/>
            <a:ext cx="4884709" cy="425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90%+ Accuracy in Dimension Prediction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Impact: Higher precision in CNC machining.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20% More Efficient G-Code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Impact: Reduced material waste and machining</a:t>
            </a:r>
            <a:r>
              <a:rPr lang="en-US" altLang="en-US" sz="1400" dirty="0">
                <a:latin typeface="Arial" panose="020B0604020202020204" pitchFamily="34" charset="0"/>
              </a:rPr>
              <a:t> 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Seamless System Integration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400" dirty="0">
                <a:latin typeface="Arial" panose="020B0604020202020204" pitchFamily="34" charset="0"/>
              </a:rPr>
              <a:t>      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Impact: Automated workflow with minimal manual 	intervention.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User-Friendly Interface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Impact: Accessible CNC machining for users of all  	expertise level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Scalable System Design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Impact: Adaptable to multiple CNC machines and 	diverse applications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B92F7D4-B6EB-F898-8FBB-A93171DE55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8339" y="562841"/>
            <a:ext cx="6694792" cy="5442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0180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2A5E177-16F8-9DFF-2C38-EE55DE63C074}"/>
              </a:ext>
            </a:extLst>
          </p:cNvPr>
          <p:cNvSpPr txBox="1"/>
          <p:nvPr/>
        </p:nvSpPr>
        <p:spPr>
          <a:xfrm>
            <a:off x="257476" y="562841"/>
            <a:ext cx="115916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0">
                <a:solidFill>
                  <a:schemeClr val="tx2"/>
                </a:solidFill>
                <a:effectLst/>
                <a:latin typeface="+mj-lt"/>
              </a:rPr>
              <a:t>Demonstration of POC/prototype with videos, photos</a:t>
            </a:r>
            <a:endParaRPr lang="en-US" sz="2800">
              <a:solidFill>
                <a:schemeClr val="tx2"/>
              </a:solidFill>
              <a:latin typeface="+mj-l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2A4EB5-98ED-C1F9-4B6B-86E0E2ECE407}"/>
              </a:ext>
            </a:extLst>
          </p:cNvPr>
          <p:cNvSpPr/>
          <p:nvPr/>
        </p:nvSpPr>
        <p:spPr>
          <a:xfrm>
            <a:off x="212271" y="3347084"/>
            <a:ext cx="1202872" cy="2887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ADD6178-EE54-1C81-FAE2-5667A24806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26" t="3689" r="2184" b="4210"/>
          <a:stretch/>
        </p:blipFill>
        <p:spPr>
          <a:xfrm>
            <a:off x="257477" y="1363542"/>
            <a:ext cx="3745180" cy="422366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53C9BA1-B810-8440-CF23-2B62497202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81" t="2515" r="2183" b="4991"/>
          <a:stretch/>
        </p:blipFill>
        <p:spPr>
          <a:xfrm>
            <a:off x="4312017" y="1363542"/>
            <a:ext cx="3745180" cy="422366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06F19BA-9F59-5113-0673-13B5D1CE32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241" t="2863" r="2591" b="5774"/>
          <a:stretch/>
        </p:blipFill>
        <p:spPr>
          <a:xfrm>
            <a:off x="8314438" y="1344053"/>
            <a:ext cx="3378660" cy="4243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6122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2A5E177-16F8-9DFF-2C38-EE55DE63C074}"/>
              </a:ext>
            </a:extLst>
          </p:cNvPr>
          <p:cNvSpPr txBox="1"/>
          <p:nvPr/>
        </p:nvSpPr>
        <p:spPr>
          <a:xfrm>
            <a:off x="257476" y="562841"/>
            <a:ext cx="115916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0" dirty="0">
                <a:solidFill>
                  <a:schemeClr val="tx2"/>
                </a:solidFill>
                <a:effectLst/>
                <a:latin typeface="+mj-lt"/>
              </a:rPr>
              <a:t>Demonstration</a:t>
            </a:r>
            <a:endParaRPr lang="en-US" sz="2800" dirty="0">
              <a:solidFill>
                <a:schemeClr val="tx2"/>
              </a:solidFill>
              <a:latin typeface="+mj-l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2A4EB5-98ED-C1F9-4B6B-86E0E2ECE407}"/>
              </a:ext>
            </a:extLst>
          </p:cNvPr>
          <p:cNvSpPr/>
          <p:nvPr/>
        </p:nvSpPr>
        <p:spPr>
          <a:xfrm>
            <a:off x="212271" y="3347084"/>
            <a:ext cx="1202872" cy="2887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20B8AA4-7D06-B7CF-F1BF-611FD4BA4A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449" y="2173560"/>
            <a:ext cx="5890574" cy="38566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38AEA4C-9580-0BC3-3405-C382D7C17147}"/>
              </a:ext>
            </a:extLst>
          </p:cNvPr>
          <p:cNvSpPr txBox="1"/>
          <p:nvPr/>
        </p:nvSpPr>
        <p:spPr>
          <a:xfrm>
            <a:off x="2191109" y="1535503"/>
            <a:ext cx="2898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Aptos Narrow" panose="020B0004020202020204" pitchFamily="34" charset="0"/>
              </a:rPr>
              <a:t>Planned Future UI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E664CE2-A36C-B72C-94EC-514D8C8473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V="1">
            <a:off x="6564042" y="2173556"/>
            <a:ext cx="5507187" cy="385660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43BD67B-BE57-109F-C766-94166CA58E20}"/>
              </a:ext>
            </a:extLst>
          </p:cNvPr>
          <p:cNvSpPr txBox="1"/>
          <p:nvPr/>
        </p:nvSpPr>
        <p:spPr>
          <a:xfrm>
            <a:off x="7868397" y="1535503"/>
            <a:ext cx="2898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Aptos Narrow" panose="020B0004020202020204" pitchFamily="34" charset="0"/>
              </a:rPr>
              <a:t>Dimensional Analysis Model</a:t>
            </a:r>
          </a:p>
        </p:txBody>
      </p:sp>
    </p:spTree>
    <p:extLst>
      <p:ext uri="{BB962C8B-B14F-4D97-AF65-F5344CB8AC3E}">
        <p14:creationId xmlns:p14="http://schemas.microsoft.com/office/powerpoint/2010/main" val="42710619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2A5E177-16F8-9DFF-2C38-EE55DE63C074}"/>
              </a:ext>
            </a:extLst>
          </p:cNvPr>
          <p:cNvSpPr txBox="1"/>
          <p:nvPr/>
        </p:nvSpPr>
        <p:spPr>
          <a:xfrm>
            <a:off x="257476" y="562841"/>
            <a:ext cx="115916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tx2"/>
                </a:solidFill>
                <a:latin typeface="+mj-lt"/>
              </a:rPr>
              <a:t>P</a:t>
            </a:r>
            <a:r>
              <a:rPr lang="en-US" sz="2800" i="0" dirty="0">
                <a:solidFill>
                  <a:schemeClr val="tx2"/>
                </a:solidFill>
                <a:effectLst/>
                <a:latin typeface="+mj-lt"/>
              </a:rPr>
              <a:t>roject plan for completion of prototype and future enhancements</a:t>
            </a:r>
            <a:endParaRPr lang="en-US" sz="2800" dirty="0">
              <a:solidFill>
                <a:schemeClr val="tx2"/>
              </a:solidFill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C5D492-75B4-3071-ED53-3D4640F811CA}"/>
              </a:ext>
            </a:extLst>
          </p:cNvPr>
          <p:cNvSpPr txBox="1"/>
          <p:nvPr/>
        </p:nvSpPr>
        <p:spPr>
          <a:xfrm>
            <a:off x="314985" y="1362107"/>
            <a:ext cx="9984955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Codebase Integration</a:t>
            </a:r>
            <a:r>
              <a:rPr lang="en-US" sz="1400" dirty="0"/>
              <a:t>:</a:t>
            </a:r>
          </a:p>
          <a:p>
            <a:pPr lvl="1"/>
            <a:r>
              <a:rPr lang="en-US" sz="1400" dirty="0"/>
              <a:t>Merge the dimensional analysis module and G-code generation module into a unified system, ensuring seamless data flow between the two processes.</a:t>
            </a:r>
          </a:p>
          <a:p>
            <a:r>
              <a:rPr lang="en-US" sz="1400" b="1" dirty="0"/>
              <a:t>Model Optimization</a:t>
            </a:r>
            <a:r>
              <a:rPr lang="en-US" sz="1400" dirty="0"/>
              <a:t>:</a:t>
            </a:r>
          </a:p>
          <a:p>
            <a:pPr lvl="1"/>
            <a:r>
              <a:rPr lang="en-US" sz="1400" dirty="0"/>
              <a:t>Fine-tune the AI models to improve accuracy in dimension prediction and enhance G-code generation efficiency for different CNC machines.</a:t>
            </a:r>
          </a:p>
          <a:p>
            <a:r>
              <a:rPr lang="en-US" sz="1400" b="1" dirty="0"/>
              <a:t>User Interface Development</a:t>
            </a:r>
            <a:r>
              <a:rPr lang="en-US" sz="1400" dirty="0"/>
              <a:t>:</a:t>
            </a:r>
          </a:p>
          <a:p>
            <a:pPr lvl="1"/>
            <a:r>
              <a:rPr lang="en-US" sz="1400" dirty="0"/>
              <a:t>Build a user-friendly interface allowing users to upload 2D images and receive optimized G-code outputs, ensuring a smooth user experience.</a:t>
            </a:r>
          </a:p>
          <a:p>
            <a:r>
              <a:rPr lang="en-US" sz="1400" b="1" dirty="0"/>
              <a:t>Prototype Testing &amp; Validation</a:t>
            </a:r>
            <a:r>
              <a:rPr lang="en-US" sz="1400" dirty="0"/>
              <a:t>:</a:t>
            </a:r>
          </a:p>
          <a:p>
            <a:pPr lvl="1"/>
            <a:r>
              <a:rPr lang="en-US" sz="1400" dirty="0"/>
              <a:t>Test the integrated solution with real-world datasets, ensuring accuracy in predictions and G-code generation across various object types.</a:t>
            </a:r>
          </a:p>
          <a:p>
            <a:r>
              <a:rPr lang="en-US" sz="1400" b="1" dirty="0"/>
              <a:t>Performance Refinement</a:t>
            </a:r>
            <a:r>
              <a:rPr lang="en-US" sz="1400" dirty="0"/>
              <a:t>:</a:t>
            </a:r>
          </a:p>
          <a:p>
            <a:pPr lvl="1"/>
            <a:r>
              <a:rPr lang="en-US" sz="1400" dirty="0"/>
              <a:t>Resolve any bugs, improve processing speed, and optimize the G-code output for material efficiency and precise tool paths.</a:t>
            </a:r>
          </a:p>
          <a:p>
            <a:r>
              <a:rPr lang="en-US" sz="1400" b="1" dirty="0"/>
              <a:t>Final Prototype Release</a:t>
            </a:r>
            <a:r>
              <a:rPr lang="en-US" sz="1400" dirty="0"/>
              <a:t>:</a:t>
            </a:r>
          </a:p>
          <a:p>
            <a:pPr lvl="1"/>
            <a:r>
              <a:rPr lang="en-US" sz="1400" dirty="0"/>
              <a:t>Complete the working prototype, incorporating feedback, and ensure it is fully functional for demonstration purposes.</a:t>
            </a:r>
          </a:p>
          <a:p>
            <a:r>
              <a:rPr lang="en-US" sz="1400" b="1" dirty="0"/>
              <a:t>Documentation &amp; Demo Preparation</a:t>
            </a:r>
            <a:r>
              <a:rPr lang="en-US" sz="1400" dirty="0"/>
              <a:t>:</a:t>
            </a:r>
          </a:p>
          <a:p>
            <a:pPr lvl="1"/>
            <a:r>
              <a:rPr lang="en-US" sz="1400" dirty="0"/>
              <a:t>Prepare detailed user documentation and create a final presentation for the demo day, showcasing the solution’s capabilities and benefits.</a:t>
            </a:r>
          </a:p>
        </p:txBody>
      </p:sp>
    </p:spTree>
    <p:extLst>
      <p:ext uri="{BB962C8B-B14F-4D97-AF65-F5344CB8AC3E}">
        <p14:creationId xmlns:p14="http://schemas.microsoft.com/office/powerpoint/2010/main" val="18210839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8698129"/>
      </p:ext>
    </p:extLst>
  </p:cSld>
  <p:clrMapOvr>
    <a:masterClrMapping/>
  </p:clrMapOvr>
</p:sld>
</file>

<file path=ppt/theme/theme1.xml><?xml version="1.0" encoding="utf-8"?>
<a:theme xmlns:a="http://schemas.openxmlformats.org/drawingml/2006/main" name="TATA - General">
  <a:themeElements>
    <a:clrScheme name="TATA template">
      <a:dk1>
        <a:srgbClr val="000000"/>
      </a:dk1>
      <a:lt1>
        <a:srgbClr val="FFFFFF"/>
      </a:lt1>
      <a:dk2>
        <a:srgbClr val="0000B3"/>
      </a:dk2>
      <a:lt2>
        <a:srgbClr val="12C6B3"/>
      </a:lt2>
      <a:accent1>
        <a:srgbClr val="5FEC70"/>
      </a:accent1>
      <a:accent2>
        <a:srgbClr val="002B37"/>
      </a:accent2>
      <a:accent3>
        <a:srgbClr val="41E3E6"/>
      </a:accent3>
      <a:accent4>
        <a:srgbClr val="370634"/>
      </a:accent4>
      <a:accent5>
        <a:srgbClr val="FF9C00"/>
      </a:accent5>
      <a:accent6>
        <a:srgbClr val="0F1F71"/>
      </a:accent6>
      <a:hlink>
        <a:srgbClr val="FFFFFF"/>
      </a:hlink>
      <a:folHlink>
        <a:srgbClr val="12C6B3"/>
      </a:folHlink>
    </a:clrScheme>
    <a:fontScheme name="TATA">
      <a:majorFont>
        <a:latin typeface="DM Sans"/>
        <a:ea typeface=""/>
        <a:cs typeface=""/>
      </a:majorFont>
      <a:minorFont>
        <a:latin typeface="DM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titus xmlns="http://schemas.titus.com/TitusProperties/">
  <TitusGUID xmlns="">c3dab1a7-07bb-42ed-881a-26cdfae8b0ee</TitusGUID>
  <TitusMetadata xmlns="">eyJucyI6Imh0dHA6XC9cL3d3dy50aXR1cy5jb21cL25zXC9UVExUSVRVUyIsInByb3BzIjpbeyJuIjoiQ2xhc3NpZmljYXRpb24iLCJ2YWxzIjpbeyJ2YWx1ZSI6IlB1YmxpYyJ9XX1dfQ==</TitusMetadata>
</titu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2A4CAFD6E2B14C98F09A1B9388134B" ma:contentTypeVersion="15" ma:contentTypeDescription="Create a new document." ma:contentTypeScope="" ma:versionID="9afc00d08f749a5ba84c7fb3997930a4">
  <xsd:schema xmlns:xsd="http://www.w3.org/2001/XMLSchema" xmlns:xs="http://www.w3.org/2001/XMLSchema" xmlns:p="http://schemas.microsoft.com/office/2006/metadata/properties" xmlns:ns3="dc6dd62e-7551-49ec-a7a4-e65470ba4491" xmlns:ns4="fe422671-1d62-4df8-967d-beb54082816b" targetNamespace="http://schemas.microsoft.com/office/2006/metadata/properties" ma:root="true" ma:fieldsID="2f41a78aa293a35fcc090c49e8fbfb5f" ns3:_="" ns4:_="">
    <xsd:import namespace="dc6dd62e-7551-49ec-a7a4-e65470ba4491"/>
    <xsd:import namespace="fe422671-1d62-4df8-967d-beb54082816b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LengthInSeconds" minOccurs="0"/>
                <xsd:element ref="ns3:MediaServiceLocation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6dd62e-7551-49ec-a7a4-e65470ba449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e422671-1d62-4df8-967d-beb54082816b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9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c6dd62e-7551-49ec-a7a4-e65470ba4491" xsi:nil="true"/>
  </documentManagement>
</p:properties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2A02DEA-BDCE-4C0E-B794-10071C5CD008}">
  <ds:schemaRefs>
    <ds:schemaRef ds:uri=""/>
    <ds:schemaRef ds:uri="http://schemas.titus.com/TitusProperties/"/>
  </ds:schemaRefs>
</ds:datastoreItem>
</file>

<file path=customXml/itemProps2.xml><?xml version="1.0" encoding="utf-8"?>
<ds:datastoreItem xmlns:ds="http://schemas.openxmlformats.org/officeDocument/2006/customXml" ds:itemID="{A89322B6-AC23-444E-9F91-61B3331043A7}">
  <ds:schemaRefs>
    <ds:schemaRef ds:uri="dc6dd62e-7551-49ec-a7a4-e65470ba4491"/>
    <ds:schemaRef ds:uri="fe422671-1d62-4df8-967d-beb54082816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933A0D10-015F-4912-9437-F4E5CFDC8E9C}">
  <ds:schemaRefs>
    <ds:schemaRef ds:uri="http://purl.org/dc/elements/1.1/"/>
    <ds:schemaRef ds:uri="http://www.w3.org/XML/1998/namespace"/>
    <ds:schemaRef ds:uri="http://schemas.microsoft.com/office/2006/documentManagement/types"/>
    <ds:schemaRef ds:uri="http://schemas.microsoft.com/office/2006/metadata/properties"/>
    <ds:schemaRef ds:uri="http://purl.org/dc/terms/"/>
    <ds:schemaRef ds:uri="http://schemas.microsoft.com/office/infopath/2007/PartnerControls"/>
    <ds:schemaRef ds:uri="fe422671-1d62-4df8-967d-beb54082816b"/>
    <ds:schemaRef ds:uri="http://schemas.openxmlformats.org/package/2006/metadata/core-properties"/>
    <ds:schemaRef ds:uri="dc6dd62e-7551-49ec-a7a4-e65470ba4491"/>
    <ds:schemaRef ds:uri="http://purl.org/dc/dcmitype/"/>
  </ds:schemaRefs>
</ds:datastoreItem>
</file>

<file path=customXml/itemProps4.xml><?xml version="1.0" encoding="utf-8"?>
<ds:datastoreItem xmlns:ds="http://schemas.openxmlformats.org/officeDocument/2006/customXml" ds:itemID="{42ADD4A9-3EE0-432C-B9B0-14DA30C566F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3057</TotalTime>
  <Words>1824</Words>
  <Application>Microsoft Office PowerPoint</Application>
  <PresentationFormat>Widescreen</PresentationFormat>
  <Paragraphs>207</Paragraphs>
  <Slides>19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9" baseType="lpstr">
      <vt:lpstr>Aptos Narrow</vt:lpstr>
      <vt:lpstr>Arial</vt:lpstr>
      <vt:lpstr>Bahnschrift</vt:lpstr>
      <vt:lpstr>Bahnschrift Condensed</vt:lpstr>
      <vt:lpstr>Calibri</vt:lpstr>
      <vt:lpstr>DM Sans</vt:lpstr>
      <vt:lpstr>DMSans-Medium</vt:lpstr>
      <vt:lpstr>Microsoft Sans Serif</vt:lpstr>
      <vt:lpstr>Wingdings</vt:lpstr>
      <vt:lpstr>TATA - General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TTL Corporate Presentation Jan 23</dc:title>
  <dc:creator>JIRINA KUBESOVA</dc:creator>
  <cp:lastModifiedBy>BHAVESH LAKHUJANI</cp:lastModifiedBy>
  <cp:revision>4</cp:revision>
  <dcterms:created xsi:type="dcterms:W3CDTF">2022-08-22T07:25:32Z</dcterms:created>
  <dcterms:modified xsi:type="dcterms:W3CDTF">2024-09-20T09:49:58Z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Group">
    <vt:lpwstr>CN=AzureAD_LinkedIn Learning,OU=Security Groups,OU=APAC,OU=All Groups,DC=tatatechnologies,DC=com;CN=TTL_Workplace_user_access,OU=Security Groups,OU=APAC,OU=All Groups,DC=tatatechnologies,DC=com;CN=AzureAD_CA_2FA_Prod,OU=Security Groups,OU=APAC,OU=All Groups,DC=tatatechnologies,DC=com;CN=AzureAD_SSPR_Prod,OU=Security Groups,OU=APAC,OU=All Groups,DC=tatatechnologies,DC=com;CN=GP_Exclusion_China,OU=APAC Groups,OU=APAC,OU=PERMANENT,DC=tatatechnologies,DC=com;CN=AzureAD_MAM_Production,OU=Security Groups,OU=APAC,OU=All Groups,DC=tatatechnologies,DC=com;CN=Permanent,OU=Security Groups,OU=NA,OU=All Groups,DC=tatatechnologies,DC=com;CN=VPN EU NETWORK ACCESS,OU=Security Groups,OU=APAC,OU=All Groups,DC=tatatechnologies,DC=com</vt:lpwstr>
  </property>
  <property fmtid="{D5CDD505-2E9C-101B-9397-08002B2CF9AE}" pid="3" name="Classification">
    <vt:lpwstr>Public</vt:lpwstr>
  </property>
  <property fmtid="{D5CDD505-2E9C-101B-9397-08002B2CF9AE}" pid="4" name="ContentTypeId">
    <vt:lpwstr>0x010100792A4CAFD6E2B14C98F09A1B9388134B</vt:lpwstr>
  </property>
  <property fmtid="{D5CDD505-2E9C-101B-9397-08002B2CF9AE}" pid="5" name="Audience">
    <vt:lpwstr>37;#OK to Share Externally|5ab5c593-923d-4ecc-9737-8ac78d623249</vt:lpwstr>
  </property>
  <property fmtid="{D5CDD505-2E9C-101B-9397-08002B2CF9AE}" pid="6" name="_dlc_DocIdItemGuid">
    <vt:lpwstr>7e1af137-dd65-420b-b1a0-475e516deb87</vt:lpwstr>
  </property>
  <property fmtid="{D5CDD505-2E9C-101B-9397-08002B2CF9AE}" pid="7" name="Geography">
    <vt:lpwstr>14;#All|4ffb0be0-9032-40be-a5ac-35d9b213aeb2</vt:lpwstr>
  </property>
  <property fmtid="{D5CDD505-2E9C-101B-9397-08002B2CF9AE}" pid="8" name="MediaServiceImageTags">
    <vt:lpwstr/>
  </property>
  <property fmtid="{D5CDD505-2E9C-101B-9397-08002B2CF9AE}" pid="9" name="Line of Service">
    <vt:lpwstr>177;#Digital Enterprise Solutions (DES)|b7d1dd12-8cea-4cde-b909-bbcebaadead1;#20;#ER＆D|9e39a8e5-ea6f-44ee-8464-e256ac1587b1</vt:lpwstr>
  </property>
  <property fmtid="{D5CDD505-2E9C-101B-9397-08002B2CF9AE}" pid="10" name="Resource Type">
    <vt:lpwstr>174;#Brand Assets|0bb50529-7adb-40f8-b1c6-cef3bd16b9f0</vt:lpwstr>
  </property>
  <property fmtid="{D5CDD505-2E9C-101B-9397-08002B2CF9AE}" pid="11" name="Theme">
    <vt:lpwstr/>
  </property>
  <property fmtid="{D5CDD505-2E9C-101B-9397-08002B2CF9AE}" pid="12" name="Persona">
    <vt:lpwstr/>
  </property>
  <property fmtid="{D5CDD505-2E9C-101B-9397-08002B2CF9AE}" pid="13" name="Industry">
    <vt:lpwstr>172;#Aerospace ＆ Defense|085aa9fb-af9d-491e-a7d2-e0f8ed0ca83a;#30;#Automotive ＆ Transportation|673ed73c-a3de-4b5a-901f-6c2f45d6cc38;#179;#Digital|08ae739e-8709-41b5-9d91-3559f0784776;#180;#Engineering Services|d3004960-b0b1-4262-b706-81dfd41060fa;#181;#Enterprise Solutions|4aaaf7f2-866f-44b4-a085-63a95f6c44d9;#58;#Industrial Heavy Machinery|b33ac014-c0e4-4b16-a4ba-3a6179ecb9ef</vt:lpwstr>
  </property>
  <property fmtid="{D5CDD505-2E9C-101B-9397-08002B2CF9AE}" pid="14" name="TitusGUID">
    <vt:lpwstr>c3dab1a7-07bb-42ed-881a-26cdfae8b0ee</vt:lpwstr>
  </property>
  <property fmtid="{D5CDD505-2E9C-101B-9397-08002B2CF9AE}" pid="15" name="OriginalClassifier">
    <vt:lpwstr>pdd922616</vt:lpwstr>
  </property>
</Properties>
</file>